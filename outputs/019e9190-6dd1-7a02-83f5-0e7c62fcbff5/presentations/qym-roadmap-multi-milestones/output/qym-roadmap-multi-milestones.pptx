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5fb5e1ee3d400f" /><Relationship Type="http://schemas.openxmlformats.org/officeDocument/2006/relationships/extended-properties" Target="/docProps/app.xml" Id="R13c13c4bbe6e4510" /><Relationship Type="http://schemas.openxmlformats.org/officeDocument/2006/relationships/officeDocument" Target="/ppt/presentation.xml" Id="Rc0b3a40e4da147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31aeb806734729"/>
  </p:sldMasterIdLst>
  <p:notesMasterIdLst>
    <p:notesMasterId xmlns:r="http://schemas.openxmlformats.org/officeDocument/2006/relationships" r:id="R98f85b6711654907"/>
  </p:notesMasterIdLst>
  <p:sldIdLst>
    <p:sldId xmlns:r="http://schemas.openxmlformats.org/officeDocument/2006/relationships" id="256" r:id="R645019744dbc43f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c1d406ae24432d" /><Relationship Type="http://schemas.openxmlformats.org/officeDocument/2006/relationships/slideMaster" Target="/ppt/slideMasters/slideMaster1.xml" Id="R0931aeb806734729" /><Relationship Type="http://schemas.openxmlformats.org/officeDocument/2006/relationships/notesMaster" Target="/ppt/notesMasters/notesMaster1.xml" Id="R98f85b6711654907" /><Relationship Type="http://schemas.openxmlformats.org/officeDocument/2006/relationships/presProps" Target="/ppt/presProps.xml" Id="R76f1b8324f7d476e" /><Relationship Type="http://schemas.openxmlformats.org/officeDocument/2006/relationships/viewProps" Target="/ppt/viewProps.xml" Id="Rf8a1d742ac614685" /><Relationship Type="http://schemas.openxmlformats.org/officeDocument/2006/relationships/tableStyles" Target="/ppt/tableStyles.xml" Id="Ra6be2d1930504b94" /><Relationship Type="http://schemas.openxmlformats.org/officeDocument/2006/relationships/slide" Target="/ppt/slides/slide1.xml" Id="R645019744dbc43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dd98cb264746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ee22eb10e14a03" /><Relationship Type="http://schemas.openxmlformats.org/officeDocument/2006/relationships/notesMaster" Target="/ppt/notesMasters/notesMaster1.xml" Id="R645bbec0d0784e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a224c3ff944f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9bd26ae9154330" /><Relationship Type="http://schemas.openxmlformats.org/officeDocument/2006/relationships/slideLayout" Target="/ppt/slideLayouts/slideLayout1.xml" Id="R4e3172abcdce45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3172abcdce45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2057d5a0f41b5" /><Relationship Type="http://schemas.openxmlformats.org/officeDocument/2006/relationships/image" Target="/ppt/media/image.png" Id="R554bc8510d8a4a6f" /><Relationship Type="http://schemas.openxmlformats.org/officeDocument/2006/relationships/image" Target="/ppt/media/image2.png" Id="Rc2af3e78b6534e6d" /><Relationship Type="http://schemas.openxmlformats.org/officeDocument/2006/relationships/notesSlide" Target="/ppt/notesSlides/notesSlide1.xml" Id="Rb72523ce3025479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background">
            <a:extLst xmlns:a="http://schemas.openxmlformats.org/drawingml/2006/main">
              <a:ext uri="{FF2B5EF4-FFF2-40B4-BE49-F238E27FC236}">
                <a16:creationId xmlns:a16="http://schemas.microsoft.com/office/drawing/2014/main" id="{20B46D92-9602-42F3-A6ED-736C53C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full-slide-surface">
            <a:extLst xmlns:a="http://schemas.openxmlformats.org/drawingml/2006/main">
              <a:ext uri="{FF2B5EF4-FFF2-40B4-BE49-F238E27FC236}">
                <a16:creationId xmlns:a16="http://schemas.microsoft.com/office/drawing/2014/main" id="{6B8079EF-F8A1-4B68-B100-7DEC4317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656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" name="top-accent-rule">
            <a:extLst xmlns:a="http://schemas.openxmlformats.org/drawingml/2006/main">
              <a:ext uri="{FF2B5EF4-FFF2-40B4-BE49-F238E27FC236}">
                <a16:creationId xmlns:a16="http://schemas.microsoft.com/office/drawing/2014/main" id="{517F8CB3-4AA1-4DC7-8979-79FE9579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CC2D44FC-FDC2-43B8-B4E7-5B57B8E9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389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bc8510d8a4a6f"/>
          <a:stretch xmlns:a="http://schemas.openxmlformats.org/drawingml/2006/main"/>
        </p:blipFill>
        <p:spPr>
          <a:xfrm xmlns:a="http://schemas.openxmlformats.org/drawingml/2006/main">
            <a:off x="495300" y="343057"/>
            <a:ext cx="400050" cy="399736"/>
          </a:xfrm>
          <a:prstGeom xmlns:a="http://schemas.openxmlformats.org/drawingml/2006/main" prst="rect">
            <a:avLst/>
          </a:prstGeom>
        </p:spPr>
      </p:pic>
      <p:pic>
        <p:nvPicPr>
          <p:cNvPr id="8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f3e78b6534e6d"/>
          <a:stretch xmlns:a="http://schemas.openxmlformats.org/drawingml/2006/main"/>
        </p:blipFill>
        <p:spPr>
          <a:xfrm xmlns:a="http://schemas.openxmlformats.org/drawingml/2006/main">
            <a:off x="991828" y="304800"/>
            <a:ext cx="778595" cy="495300"/>
          </a:xfrm>
          <a:prstGeom xmlns:a="http://schemas.openxmlformats.org/drawingml/2006/main" prst="rect">
            <a:avLst/>
          </a:prstGeom>
        </p:spPr>
      </p:pic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6284605-0A42-4F9C-AFF3-08296CEB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548" y="214312"/>
            <a:ext cx="7123484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400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2026 </a:t>
            </a:r>
            <a:r>
              <a:rPr sz="400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PRODUCT ROADMAP</a:t>
            </a:r>
          </a:p>
        </p:txBody>
      </p:sp>
      <p:sp>
        <p:nvSpPr>
          <p:cNvPr id="9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91D66DE-62F7-4DD1-ADA8-E8437BBE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  <a:defRPr sz="307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5" name="swimlane-base">
            <a:extLst xmlns:a="http://schemas.openxmlformats.org/drawingml/2006/main">
              <a:ext uri="{FF2B5EF4-FFF2-40B4-BE49-F238E27FC236}">
                <a16:creationId xmlns:a16="http://schemas.microsoft.com/office/drawing/2014/main" id="{D58B707A-597E-4CB8-BA3E-A5787E0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wimlane-accent">
            <a:extLst xmlns:a="http://schemas.openxmlformats.org/drawingml/2006/main">
              <a:ext uri="{FF2B5EF4-FFF2-40B4-BE49-F238E27FC236}">
                <a16:creationId xmlns:a16="http://schemas.microsoft.com/office/drawing/2014/main" id="{D6A7B9C1-9E7C-4AE2-8B72-33DF080F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connector-MAY">
            <a:extLst xmlns:a="http://schemas.openxmlformats.org/drawingml/2006/main">
              <a:ext uri="{FF2B5EF4-FFF2-40B4-BE49-F238E27FC236}">
                <a16:creationId xmlns:a16="http://schemas.microsoft.com/office/drawing/2014/main" id="{CDF6C60A-6FB9-44D2-89C2-54B20293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dot-MAY">
            <a:extLst xmlns:a="http://schemas.openxmlformats.org/drawingml/2006/main">
              <a:ext uri="{FF2B5EF4-FFF2-40B4-BE49-F238E27FC236}">
                <a16:creationId xmlns:a16="http://schemas.microsoft.com/office/drawing/2014/main" id="{81754A13-3F57-4117-9A31-0B057424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month-MAY">
            <a:extLst xmlns:a="http://schemas.openxmlformats.org/drawingml/2006/main">
              <a:ext uri="{FF2B5EF4-FFF2-40B4-BE49-F238E27FC236}">
                <a16:creationId xmlns:a16="http://schemas.microsoft.com/office/drawing/2014/main" id="{CA9E7890-1FC2-489E-AB8F-0128E1D8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20" name="milestone-card-MAY">
            <a:extLst xmlns:a="http://schemas.openxmlformats.org/drawingml/2006/main">
              <a:ext uri="{FF2B5EF4-FFF2-40B4-BE49-F238E27FC236}">
                <a16:creationId xmlns:a16="http://schemas.microsoft.com/office/drawing/2014/main" id="{A84A5556-8A38-45EC-BC85-7B770F15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384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milestone-accent-MAY">
            <a:extLst xmlns:a="http://schemas.openxmlformats.org/drawingml/2006/main">
              <a:ext uri="{FF2B5EF4-FFF2-40B4-BE49-F238E27FC236}">
                <a16:creationId xmlns:a16="http://schemas.microsoft.com/office/drawing/2014/main" id="{0A7BC8C3-E977-41FD-900F-5E7E885A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384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itle-MAY">
            <a:extLst xmlns:a="http://schemas.openxmlformats.org/drawingml/2006/main">
              <a:ext uri="{FF2B5EF4-FFF2-40B4-BE49-F238E27FC236}">
                <a16:creationId xmlns:a16="http://schemas.microsoft.com/office/drawing/2014/main" id="{BF95D4EC-F535-4BCD-B488-478B3EDD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23" name="detail-MAY">
            <a:extLst xmlns:a="http://schemas.openxmlformats.org/drawingml/2006/main">
              <a:ext uri="{FF2B5EF4-FFF2-40B4-BE49-F238E27FC236}">
                <a16:creationId xmlns:a16="http://schemas.microsoft.com/office/drawing/2014/main" id="{2B1B0355-AF99-45AF-B278-8AAE5DD2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Metric registry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Dataset loader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Run schema</a:t>
            </a:r>
          </a:p>
        </p:txBody>
      </p:sp>
      <p:sp>
        <p:nvSpPr>
          <p:cNvPr id="24" name="connector-JUN">
            <a:extLst xmlns:a="http://schemas.openxmlformats.org/drawingml/2006/main">
              <a:ext uri="{FF2B5EF4-FFF2-40B4-BE49-F238E27FC236}">
                <a16:creationId xmlns:a16="http://schemas.microsoft.com/office/drawing/2014/main" id="{28D8AC7B-A7C2-4695-A90C-0DC46996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321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dot-JUN">
            <a:extLst xmlns:a="http://schemas.openxmlformats.org/drawingml/2006/main">
              <a:ext uri="{FF2B5EF4-FFF2-40B4-BE49-F238E27FC236}">
                <a16:creationId xmlns:a16="http://schemas.microsoft.com/office/drawing/2014/main" id="{DF34B979-A0A0-4969-9553-77552628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596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month-JUN">
            <a:extLst xmlns:a="http://schemas.openxmlformats.org/drawingml/2006/main">
              <a:ext uri="{FF2B5EF4-FFF2-40B4-BE49-F238E27FC236}">
                <a16:creationId xmlns:a16="http://schemas.microsoft.com/office/drawing/2014/main" id="{9AED1232-04F0-462C-80A3-3731B13B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621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27" name="milestone-card-JUN">
            <a:extLst xmlns:a="http://schemas.openxmlformats.org/drawingml/2006/main">
              <a:ext uri="{FF2B5EF4-FFF2-40B4-BE49-F238E27FC236}">
                <a16:creationId xmlns:a16="http://schemas.microsoft.com/office/drawing/2014/main" id="{C7FFD9A3-641B-49EC-951B-56969008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096" y="44386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milestone-accent-JUN">
            <a:extLst xmlns:a="http://schemas.openxmlformats.org/drawingml/2006/main">
              <a:ext uri="{FF2B5EF4-FFF2-40B4-BE49-F238E27FC236}">
                <a16:creationId xmlns:a16="http://schemas.microsoft.com/office/drawing/2014/main" id="{9E994734-7B4D-4C18-B566-5EF5D464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096" y="44386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itle-JUN">
            <a:extLst xmlns:a="http://schemas.openxmlformats.org/drawingml/2006/main">
              <a:ext uri="{FF2B5EF4-FFF2-40B4-BE49-F238E27FC236}">
                <a16:creationId xmlns:a16="http://schemas.microsoft.com/office/drawing/2014/main" id="{2319358D-2994-4832-B02E-70BF1F43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46" y="45529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Run insights</a:t>
            </a:r>
          </a:p>
        </p:txBody>
      </p:sp>
      <p:sp>
        <p:nvSpPr>
          <p:cNvPr id="30" name="detail-JUN">
            <a:extLst xmlns:a="http://schemas.openxmlformats.org/drawingml/2006/main">
              <a:ext uri="{FF2B5EF4-FFF2-40B4-BE49-F238E27FC236}">
                <a16:creationId xmlns:a16="http://schemas.microsoft.com/office/drawing/2014/main" id="{319BB137-DD7F-4D5E-BF5E-899B90A0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46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Compare view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Filters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Baseline diff</a:t>
            </a:r>
          </a:p>
        </p:txBody>
      </p:sp>
      <p:sp>
        <p:nvSpPr>
          <p:cNvPr id="31" name="connector-JUL">
            <a:extLst xmlns:a="http://schemas.openxmlformats.org/drawingml/2006/main">
              <a:ext uri="{FF2B5EF4-FFF2-40B4-BE49-F238E27FC236}">
                <a16:creationId xmlns:a16="http://schemas.microsoft.com/office/drawing/2014/main" id="{6A998A8E-61E2-4ADC-A12F-27EDE5B3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193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dot-JUL">
            <a:extLst xmlns:a="http://schemas.openxmlformats.org/drawingml/2006/main">
              <a:ext uri="{FF2B5EF4-FFF2-40B4-BE49-F238E27FC236}">
                <a16:creationId xmlns:a16="http://schemas.microsoft.com/office/drawing/2014/main" id="{FC8C5891-304E-4037-9EEE-5C689FE5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468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month-JUL">
            <a:extLst xmlns:a="http://schemas.openxmlformats.org/drawingml/2006/main">
              <a:ext uri="{FF2B5EF4-FFF2-40B4-BE49-F238E27FC236}">
                <a16:creationId xmlns:a16="http://schemas.microsoft.com/office/drawing/2014/main" id="{64C61B43-0135-426F-9E49-9E77B7F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493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34" name="milestone-card-JUL">
            <a:extLst xmlns:a="http://schemas.openxmlformats.org/drawingml/2006/main">
              <a:ext uri="{FF2B5EF4-FFF2-40B4-BE49-F238E27FC236}">
                <a16:creationId xmlns:a16="http://schemas.microsoft.com/office/drawing/2014/main" id="{0EF56A79-2F18-426C-A2CA-7F98DD63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968" y="28384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milestone-accent-JUL">
            <a:extLst xmlns:a="http://schemas.openxmlformats.org/drawingml/2006/main">
              <a:ext uri="{FF2B5EF4-FFF2-40B4-BE49-F238E27FC236}">
                <a16:creationId xmlns:a16="http://schemas.microsoft.com/office/drawing/2014/main" id="{B30B5685-904F-4F77-A4E0-CADE92A7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968" y="28384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itle-JUL">
            <a:extLst xmlns:a="http://schemas.openxmlformats.org/drawingml/2006/main">
              <a:ext uri="{FF2B5EF4-FFF2-40B4-BE49-F238E27FC236}">
                <a16:creationId xmlns:a16="http://schemas.microsoft.com/office/drawing/2014/main" id="{1AAD4FF4-505E-4384-811A-7BF12CAB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18" y="29527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Trace analysis</a:t>
            </a:r>
          </a:p>
        </p:txBody>
      </p:sp>
      <p:sp>
        <p:nvSpPr>
          <p:cNvPr id="37" name="detail-JUL">
            <a:extLst xmlns:a="http://schemas.openxmlformats.org/drawingml/2006/main">
              <a:ext uri="{FF2B5EF4-FFF2-40B4-BE49-F238E27FC236}">
                <a16:creationId xmlns:a16="http://schemas.microsoft.com/office/drawing/2014/main" id="{62DF03B2-83AF-4461-99AE-E85A0BCB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18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Evidence view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Root causes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Failure groups</a:t>
            </a:r>
          </a:p>
        </p:txBody>
      </p:sp>
      <p:sp>
        <p:nvSpPr>
          <p:cNvPr id="38" name="connector-AUG">
            <a:extLst xmlns:a="http://schemas.openxmlformats.org/drawingml/2006/main">
              <a:ext uri="{FF2B5EF4-FFF2-40B4-BE49-F238E27FC236}">
                <a16:creationId xmlns:a16="http://schemas.microsoft.com/office/drawing/2014/main" id="{BC273907-D999-4CFD-8DC1-97FCF110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064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dot-AUG">
            <a:extLst xmlns:a="http://schemas.openxmlformats.org/drawingml/2006/main">
              <a:ext uri="{FF2B5EF4-FFF2-40B4-BE49-F238E27FC236}">
                <a16:creationId xmlns:a16="http://schemas.microsoft.com/office/drawing/2014/main" id="{0E95AF36-5C22-4C9B-BF32-94E39242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339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month-AUG">
            <a:extLst xmlns:a="http://schemas.openxmlformats.org/drawingml/2006/main">
              <a:ext uri="{FF2B5EF4-FFF2-40B4-BE49-F238E27FC236}">
                <a16:creationId xmlns:a16="http://schemas.microsoft.com/office/drawing/2014/main" id="{C88AD7F7-861F-4B3F-AC1E-5063D387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7364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41" name="milestone-card-AUG">
            <a:extLst xmlns:a="http://schemas.openxmlformats.org/drawingml/2006/main">
              <a:ext uri="{FF2B5EF4-FFF2-40B4-BE49-F238E27FC236}">
                <a16:creationId xmlns:a16="http://schemas.microsoft.com/office/drawing/2014/main" id="{BD2B8FF5-4D10-4E3E-B674-1396FCEB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839" y="44386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A855F7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milestone-accent-AUG">
            <a:extLst xmlns:a="http://schemas.openxmlformats.org/drawingml/2006/main">
              <a:ext uri="{FF2B5EF4-FFF2-40B4-BE49-F238E27FC236}">
                <a16:creationId xmlns:a16="http://schemas.microsoft.com/office/drawing/2014/main" id="{5E749E42-D703-48CC-A7AD-E2F21BD3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839" y="44386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itle-AUG">
            <a:extLst xmlns:a="http://schemas.openxmlformats.org/drawingml/2006/main">
              <a:ext uri="{FF2B5EF4-FFF2-40B4-BE49-F238E27FC236}">
                <a16:creationId xmlns:a16="http://schemas.microsoft.com/office/drawing/2014/main" id="{69907521-9BBF-4FDB-BECF-A974C5A4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89" y="45529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Review loop</a:t>
            </a:r>
          </a:p>
        </p:txBody>
      </p:sp>
      <p:sp>
        <p:nvSpPr>
          <p:cNvPr id="44" name="detail-AUG">
            <a:extLst xmlns:a="http://schemas.openxmlformats.org/drawingml/2006/main">
              <a:ext uri="{FF2B5EF4-FFF2-40B4-BE49-F238E27FC236}">
                <a16:creationId xmlns:a16="http://schemas.microsoft.com/office/drawing/2014/main" id="{2E20C826-60D0-4D49-95E9-59561F96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89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Review queues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Annotations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Export changes</a:t>
            </a:r>
          </a:p>
        </p:txBody>
      </p:sp>
      <p:sp>
        <p:nvSpPr>
          <p:cNvPr id="45" name="connector-SEP">
            <a:extLst xmlns:a="http://schemas.openxmlformats.org/drawingml/2006/main">
              <a:ext uri="{FF2B5EF4-FFF2-40B4-BE49-F238E27FC236}">
                <a16:creationId xmlns:a16="http://schemas.microsoft.com/office/drawing/2014/main" id="{01426D46-77CE-4D90-B39C-BE03FED0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936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dot-SEP">
            <a:extLst xmlns:a="http://schemas.openxmlformats.org/drawingml/2006/main">
              <a:ext uri="{FF2B5EF4-FFF2-40B4-BE49-F238E27FC236}">
                <a16:creationId xmlns:a16="http://schemas.microsoft.com/office/drawing/2014/main" id="{638068FF-6F25-4D8D-9662-26FF688B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211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month-SEP">
            <a:extLst xmlns:a="http://schemas.openxmlformats.org/drawingml/2006/main">
              <a:ext uri="{FF2B5EF4-FFF2-40B4-BE49-F238E27FC236}">
                <a16:creationId xmlns:a16="http://schemas.microsoft.com/office/drawing/2014/main" id="{E734A263-AB97-4F91-8916-12D5D59F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236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48" name="milestone-card-SEP">
            <a:extLst xmlns:a="http://schemas.openxmlformats.org/drawingml/2006/main">
              <a:ext uri="{FF2B5EF4-FFF2-40B4-BE49-F238E27FC236}">
                <a16:creationId xmlns:a16="http://schemas.microsoft.com/office/drawing/2014/main" id="{672D776A-6F0E-44EB-80CB-E23025C4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11" y="28384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milestone-accent-SEP">
            <a:extLst xmlns:a="http://schemas.openxmlformats.org/drawingml/2006/main">
              <a:ext uri="{FF2B5EF4-FFF2-40B4-BE49-F238E27FC236}">
                <a16:creationId xmlns:a16="http://schemas.microsoft.com/office/drawing/2014/main" id="{35A2401D-AB07-43DF-9958-6294A073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11" y="28384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itle-SEP">
            <a:extLst xmlns:a="http://schemas.openxmlformats.org/drawingml/2006/main">
              <a:ext uri="{FF2B5EF4-FFF2-40B4-BE49-F238E27FC236}">
                <a16:creationId xmlns:a16="http://schemas.microsoft.com/office/drawing/2014/main" id="{54AA8202-1F7B-4248-8117-9A6D3C12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061" y="29527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Team workspace</a:t>
            </a:r>
          </a:p>
        </p:txBody>
      </p:sp>
      <p:sp>
        <p:nvSpPr>
          <p:cNvPr id="51" name="detail-SEP">
            <a:extLst xmlns:a="http://schemas.openxmlformats.org/drawingml/2006/main">
              <a:ext uri="{FF2B5EF4-FFF2-40B4-BE49-F238E27FC236}">
                <a16:creationId xmlns:a16="http://schemas.microsoft.com/office/drawing/2014/main" id="{3B0A8F77-ED11-49CF-AD31-85D6351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061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Projects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RBAC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Shared dashboards</a:t>
            </a:r>
          </a:p>
        </p:txBody>
      </p:sp>
      <p:sp>
        <p:nvSpPr>
          <p:cNvPr id="52" name="connector-OCT">
            <a:extLst xmlns:a="http://schemas.openxmlformats.org/drawingml/2006/main">
              <a:ext uri="{FF2B5EF4-FFF2-40B4-BE49-F238E27FC236}">
                <a16:creationId xmlns:a16="http://schemas.microsoft.com/office/drawing/2014/main" id="{5AAFF327-2FFF-4255-854F-F7E19126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807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dot-OCT">
            <a:extLst xmlns:a="http://schemas.openxmlformats.org/drawingml/2006/main">
              <a:ext uri="{FF2B5EF4-FFF2-40B4-BE49-F238E27FC236}">
                <a16:creationId xmlns:a16="http://schemas.microsoft.com/office/drawing/2014/main" id="{93E963B7-3CBF-47A5-B835-3D7A3FDC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082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month-OCT">
            <a:extLst xmlns:a="http://schemas.openxmlformats.org/drawingml/2006/main">
              <a:ext uri="{FF2B5EF4-FFF2-40B4-BE49-F238E27FC236}">
                <a16:creationId xmlns:a16="http://schemas.microsoft.com/office/drawing/2014/main" id="{40E014E0-C90C-43B8-B1AF-FB151F38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5107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55" name="milestone-card-OCT">
            <a:extLst xmlns:a="http://schemas.openxmlformats.org/drawingml/2006/main">
              <a:ext uri="{FF2B5EF4-FFF2-40B4-BE49-F238E27FC236}">
                <a16:creationId xmlns:a16="http://schemas.microsoft.com/office/drawing/2014/main" id="{3876477E-DA84-4ABB-8300-53F5EB71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4582" y="44386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milestone-accent-OCT">
            <a:extLst xmlns:a="http://schemas.openxmlformats.org/drawingml/2006/main">
              <a:ext uri="{FF2B5EF4-FFF2-40B4-BE49-F238E27FC236}">
                <a16:creationId xmlns:a16="http://schemas.microsoft.com/office/drawing/2014/main" id="{371BB80A-BA60-4D27-B232-9B243E24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4582" y="44386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itle-OCT">
            <a:extLst xmlns:a="http://schemas.openxmlformats.org/drawingml/2006/main">
              <a:ext uri="{FF2B5EF4-FFF2-40B4-BE49-F238E27FC236}">
                <a16:creationId xmlns:a16="http://schemas.microsoft.com/office/drawing/2014/main" id="{C7EE9E90-F613-46A7-B9E0-FB04A603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932" y="45529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58" name="detail-OCT">
            <a:extLst xmlns:a="http://schemas.openxmlformats.org/drawingml/2006/main">
              <a:ext uri="{FF2B5EF4-FFF2-40B4-BE49-F238E27FC236}">
                <a16:creationId xmlns:a16="http://schemas.microsoft.com/office/drawing/2014/main" id="{A00DAD13-C086-4546-AA33-00366A1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932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Langfuse import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Trace sync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Context mapping</a:t>
            </a:r>
          </a:p>
        </p:txBody>
      </p:sp>
      <p:sp>
        <p:nvSpPr>
          <p:cNvPr id="59" name="connector-NOV">
            <a:extLst xmlns:a="http://schemas.openxmlformats.org/drawingml/2006/main">
              <a:ext uri="{FF2B5EF4-FFF2-40B4-BE49-F238E27FC236}">
                <a16:creationId xmlns:a16="http://schemas.microsoft.com/office/drawing/2014/main" id="{66EA33A7-203D-4354-8458-37F2A01D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679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dot-NOV">
            <a:extLst xmlns:a="http://schemas.openxmlformats.org/drawingml/2006/main">
              <a:ext uri="{FF2B5EF4-FFF2-40B4-BE49-F238E27FC236}">
                <a16:creationId xmlns:a16="http://schemas.microsoft.com/office/drawing/2014/main" id="{FA7956C4-D984-43A7-B28F-7F974D21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954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month-NOV">
            <a:extLst xmlns:a="http://schemas.openxmlformats.org/drawingml/2006/main">
              <a:ext uri="{FF2B5EF4-FFF2-40B4-BE49-F238E27FC236}">
                <a16:creationId xmlns:a16="http://schemas.microsoft.com/office/drawing/2014/main" id="{1045B55D-B257-4F1C-AE57-F6AC7F2C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979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62" name="milestone-card-NOV">
            <a:extLst xmlns:a="http://schemas.openxmlformats.org/drawingml/2006/main">
              <a:ext uri="{FF2B5EF4-FFF2-40B4-BE49-F238E27FC236}">
                <a16:creationId xmlns:a16="http://schemas.microsoft.com/office/drawing/2014/main" id="{908D7AF0-54B3-49B7-9267-615AD4D2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454" y="28384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10B981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milestone-accent-NOV">
            <a:extLst xmlns:a="http://schemas.openxmlformats.org/drawingml/2006/main">
              <a:ext uri="{FF2B5EF4-FFF2-40B4-BE49-F238E27FC236}">
                <a16:creationId xmlns:a16="http://schemas.microsoft.com/office/drawing/2014/main" id="{E562D1D8-38AB-490E-B6B3-29C60C8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454" y="28384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itle-NOV">
            <a:extLst xmlns:a="http://schemas.openxmlformats.org/drawingml/2006/main">
              <a:ext uri="{FF2B5EF4-FFF2-40B4-BE49-F238E27FC236}">
                <a16:creationId xmlns:a16="http://schemas.microsoft.com/office/drawing/2014/main" id="{A64AD3CB-CCF5-4C5D-8897-DBE4CCC8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804" y="29527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Agent CLI</a:t>
            </a:r>
          </a:p>
        </p:txBody>
      </p:sp>
      <p:sp>
        <p:nvSpPr>
          <p:cNvPr id="65" name="detail-NOV">
            <a:extLst xmlns:a="http://schemas.openxmlformats.org/drawingml/2006/main">
              <a:ext uri="{FF2B5EF4-FFF2-40B4-BE49-F238E27FC236}">
                <a16:creationId xmlns:a16="http://schemas.microsoft.com/office/drawing/2014/main" id="{D8DB6A48-9ABF-4BF0-90A7-DF68A9E1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804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Config check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JSON reports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Retry flows</a:t>
            </a:r>
          </a:p>
        </p:txBody>
      </p:sp>
      <p:sp>
        <p:nvSpPr>
          <p:cNvPr id="66" name="connector-DEC">
            <a:extLst xmlns:a="http://schemas.openxmlformats.org/drawingml/2006/main">
              <a:ext uri="{FF2B5EF4-FFF2-40B4-BE49-F238E27FC236}">
                <a16:creationId xmlns:a16="http://schemas.microsoft.com/office/drawing/2014/main" id="{986AD770-45D6-49F7-85CF-B63C0404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dot-DEC">
            <a:extLst xmlns:a="http://schemas.openxmlformats.org/drawingml/2006/main">
              <a:ext uri="{FF2B5EF4-FFF2-40B4-BE49-F238E27FC236}">
                <a16:creationId xmlns:a16="http://schemas.microsoft.com/office/drawing/2014/main" id="{4DD435B3-B574-4650-8EA8-F6F146A2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month-DEC">
            <a:extLst xmlns:a="http://schemas.openxmlformats.org/drawingml/2006/main">
              <a:ext uri="{FF2B5EF4-FFF2-40B4-BE49-F238E27FC236}">
                <a16:creationId xmlns:a16="http://schemas.microsoft.com/office/drawing/2014/main" id="{FEB54916-3392-420B-8F50-FF0F338A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69" name="milestone-card-DEC">
            <a:extLst xmlns:a="http://schemas.openxmlformats.org/drawingml/2006/main">
              <a:ext uri="{FF2B5EF4-FFF2-40B4-BE49-F238E27FC236}">
                <a16:creationId xmlns:a16="http://schemas.microsoft.com/office/drawing/2014/main" id="{EDBAE3D2-098E-458F-B6F5-7B7E9AF3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386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milestone-accent-DEC">
            <a:extLst xmlns:a="http://schemas.openxmlformats.org/drawingml/2006/main">
              <a:ext uri="{FF2B5EF4-FFF2-40B4-BE49-F238E27FC236}">
                <a16:creationId xmlns:a16="http://schemas.microsoft.com/office/drawing/2014/main" id="{5B5270F9-A48C-43DE-AA8F-9C7E65FC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386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itle-DEC">
            <a:extLst xmlns:a="http://schemas.openxmlformats.org/drawingml/2006/main">
              <a:ext uri="{FF2B5EF4-FFF2-40B4-BE49-F238E27FC236}">
                <a16:creationId xmlns:a16="http://schemas.microsoft.com/office/drawing/2014/main" id="{5D627496-045C-46C8-A992-E6EA1FE6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5529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Hosted admin</a:t>
            </a:r>
          </a:p>
        </p:txBody>
      </p:sp>
      <p:sp>
        <p:nvSpPr>
          <p:cNvPr id="72" name="detail-DEC">
            <a:extLst xmlns:a="http://schemas.openxmlformats.org/drawingml/2006/main">
              <a:ext uri="{FF2B5EF4-FFF2-40B4-BE49-F238E27FC236}">
                <a16:creationId xmlns:a16="http://schemas.microsoft.com/office/drawing/2014/main" id="{3C9EEE5D-0BB1-466D-B885-E2924D69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Org admin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Governance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Rollout</a:t>
            </a:r>
          </a:p>
        </p:txBody>
      </p:sp>
      <p:sp>
        <p:nvSpPr>
          <p:cNvPr id="7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5DC0D00-3F7F-478F-95B0-61240177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9" name="may-complete-badge">
            <a:extLst xmlns:a="http://schemas.openxmlformats.org/drawingml/2006/main">
              <a:ext uri="{FF2B5EF4-FFF2-40B4-BE49-F238E27FC236}">
                <a16:creationId xmlns:a16="http://schemas.microsoft.com/office/drawing/2014/main" id="{329C7BAE-7497-4178-AECD-743A7CB0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28575">
            <a:solidFill>
              <a:srgbClr val="14141E"/>
            </a:solidFill>
            <a:prstDash val="solid"/>
          </a:ln>
        </p:spPr>
      </p:sp>
      <p:sp>
        <p:nvSpPr>
          <p:cNvPr id="80" name="may-complete-check">
            <a:extLst xmlns:a="http://schemas.openxmlformats.org/drawingml/2006/main">
              <a:ext uri="{FF2B5EF4-FFF2-40B4-BE49-F238E27FC236}">
                <a16:creationId xmlns:a16="http://schemas.microsoft.com/office/drawing/2014/main" id="{2FC56AF4-51A3-4B6D-9E49-1EA2914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4141E"/>
                </a:solidFill>
              </a:defRPr>
            </a:pPr>
            <a:r>
              <a:rPr sz="1425" b="1">
                <a:solidFill>
                  <a:srgbClr val="14141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3" name="month-pill-bg-MAY">
            <a:extLst xmlns:a="http://schemas.openxmlformats.org/drawingml/2006/main">
              <a:ext uri="{FF2B5EF4-FFF2-40B4-BE49-F238E27FC236}">
                <a16:creationId xmlns:a16="http://schemas.microsoft.com/office/drawing/2014/main" id="{4C7E0C96-BDCE-4696-93AB-F6E3841C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month-pill-MAY">
            <a:extLst xmlns:a="http://schemas.openxmlformats.org/drawingml/2006/main">
              <a:ext uri="{FF2B5EF4-FFF2-40B4-BE49-F238E27FC236}">
                <a16:creationId xmlns:a16="http://schemas.microsoft.com/office/drawing/2014/main" id="{364CAC1C-EEC8-43A5-A190-FF2F2CC6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MAY</a:t>
            </a:r>
          </a:p>
        </p:txBody>
      </p:sp>
      <p:sp>
        <p:nvSpPr>
          <p:cNvPr id="85" name="month-pill-bg-JUN">
            <a:extLst xmlns:a="http://schemas.openxmlformats.org/drawingml/2006/main">
              <a:ext uri="{FF2B5EF4-FFF2-40B4-BE49-F238E27FC236}">
                <a16:creationId xmlns:a16="http://schemas.microsoft.com/office/drawing/2014/main" id="{9ED0D060-3A11-49D5-99A1-7E9CAD1F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76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month-pill-JUN">
            <a:extLst xmlns:a="http://schemas.openxmlformats.org/drawingml/2006/main">
              <a:ext uri="{FF2B5EF4-FFF2-40B4-BE49-F238E27FC236}">
                <a16:creationId xmlns:a16="http://schemas.microsoft.com/office/drawing/2014/main" id="{415F98F0-572A-4AF2-8241-42EE781F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76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JUN</a:t>
            </a:r>
          </a:p>
        </p:txBody>
      </p:sp>
      <p:sp>
        <p:nvSpPr>
          <p:cNvPr id="87" name="month-pill-bg-JUL">
            <a:extLst xmlns:a="http://schemas.openxmlformats.org/drawingml/2006/main">
              <a:ext uri="{FF2B5EF4-FFF2-40B4-BE49-F238E27FC236}">
                <a16:creationId xmlns:a16="http://schemas.microsoft.com/office/drawing/2014/main" id="{113FF010-EB07-496E-89C4-10052A44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579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month-pill-JUL">
            <a:extLst xmlns:a="http://schemas.openxmlformats.org/drawingml/2006/main">
              <a:ext uri="{FF2B5EF4-FFF2-40B4-BE49-F238E27FC236}">
                <a16:creationId xmlns:a16="http://schemas.microsoft.com/office/drawing/2014/main" id="{3442F896-015E-49C1-BFF8-41292CFD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579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JUL</a:t>
            </a:r>
          </a:p>
        </p:txBody>
      </p:sp>
      <p:sp>
        <p:nvSpPr>
          <p:cNvPr id="89" name="month-pill-bg-AUG">
            <a:extLst xmlns:a="http://schemas.openxmlformats.org/drawingml/2006/main">
              <a:ext uri="{FF2B5EF4-FFF2-40B4-BE49-F238E27FC236}">
                <a16:creationId xmlns:a16="http://schemas.microsoft.com/office/drawing/2014/main" id="{4F569329-6C32-4898-95BD-33E3E61F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49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month-pill-AUG">
            <a:extLst xmlns:a="http://schemas.openxmlformats.org/drawingml/2006/main">
              <a:ext uri="{FF2B5EF4-FFF2-40B4-BE49-F238E27FC236}">
                <a16:creationId xmlns:a16="http://schemas.microsoft.com/office/drawing/2014/main" id="{CD42B882-617B-46FD-A64E-243D0012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49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A855F7"/>
                </a:solidFill>
              </a:defRPr>
            </a:pPr>
            <a:r>
              <a:rPr sz="750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>AUG</a:t>
            </a:r>
          </a:p>
        </p:txBody>
      </p:sp>
      <p:sp>
        <p:nvSpPr>
          <p:cNvPr id="91" name="month-pill-bg-SEP">
            <a:extLst xmlns:a="http://schemas.openxmlformats.org/drawingml/2006/main">
              <a:ext uri="{FF2B5EF4-FFF2-40B4-BE49-F238E27FC236}">
                <a16:creationId xmlns:a16="http://schemas.microsoft.com/office/drawing/2014/main" id="{78116B59-D6CC-45EF-9DB6-D5DA582B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309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month-pill-SEP">
            <a:extLst xmlns:a="http://schemas.openxmlformats.org/drawingml/2006/main">
              <a:ext uri="{FF2B5EF4-FFF2-40B4-BE49-F238E27FC236}">
                <a16:creationId xmlns:a16="http://schemas.microsoft.com/office/drawing/2014/main" id="{5728F80D-506A-4723-9429-96D723D4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309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SEP</a:t>
            </a:r>
          </a:p>
        </p:txBody>
      </p:sp>
      <p:sp>
        <p:nvSpPr>
          <p:cNvPr id="93" name="month-pill-bg-OCT">
            <a:extLst xmlns:a="http://schemas.openxmlformats.org/drawingml/2006/main">
              <a:ext uri="{FF2B5EF4-FFF2-40B4-BE49-F238E27FC236}">
                <a16:creationId xmlns:a16="http://schemas.microsoft.com/office/drawing/2014/main" id="{5158AFDD-7949-43A6-980D-707C2A0E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221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month-pill-OCT">
            <a:extLst xmlns:a="http://schemas.openxmlformats.org/drawingml/2006/main">
              <a:ext uri="{FF2B5EF4-FFF2-40B4-BE49-F238E27FC236}">
                <a16:creationId xmlns:a16="http://schemas.microsoft.com/office/drawing/2014/main" id="{F567C645-91B6-4410-8219-C8D07FC7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221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OCT</a:t>
            </a:r>
          </a:p>
        </p:txBody>
      </p:sp>
      <p:sp>
        <p:nvSpPr>
          <p:cNvPr id="95" name="month-pill-bg-NOV">
            <a:extLst xmlns:a="http://schemas.openxmlformats.org/drawingml/2006/main">
              <a:ext uri="{FF2B5EF4-FFF2-40B4-BE49-F238E27FC236}">
                <a16:creationId xmlns:a16="http://schemas.microsoft.com/office/drawing/2014/main" id="{823529E3-C203-4C18-8EAF-59D14C92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038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month-pill-NOV">
            <a:extLst xmlns:a="http://schemas.openxmlformats.org/drawingml/2006/main">
              <a:ext uri="{FF2B5EF4-FFF2-40B4-BE49-F238E27FC236}">
                <a16:creationId xmlns:a16="http://schemas.microsoft.com/office/drawing/2014/main" id="{22BE0CAD-4996-43DF-8A8C-A6CB186D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038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B981"/>
                </a:solidFill>
              </a:defRPr>
            </a:pPr>
            <a:r>
              <a:rPr sz="750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NOV</a:t>
            </a:r>
          </a:p>
        </p:txBody>
      </p:sp>
      <p:sp>
        <p:nvSpPr>
          <p:cNvPr id="97" name="month-pill-bg-DEC">
            <a:extLst xmlns:a="http://schemas.openxmlformats.org/drawingml/2006/main">
              <a:ext uri="{FF2B5EF4-FFF2-40B4-BE49-F238E27FC236}">
                <a16:creationId xmlns:a16="http://schemas.microsoft.com/office/drawing/2014/main" id="{810341E6-8779-4DA1-BD25-9F6362C1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month-pill-DEC">
            <a:extLst xmlns:a="http://schemas.openxmlformats.org/drawingml/2006/main">
              <a:ext uri="{FF2B5EF4-FFF2-40B4-BE49-F238E27FC236}">
                <a16:creationId xmlns:a16="http://schemas.microsoft.com/office/drawing/2014/main" id="{2DFDB0C7-62E3-48A2-8FA8-AA15BF85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DEC</a:t>
            </a:r>
          </a:p>
        </p:txBody>
      </p:sp>
    </p:spTree>
    <p:extLst>
      <p:ext uri="{BB962C8B-B14F-4D97-AF65-F5344CB8AC3E}">
        <p14:creationId xmlns:p14="http://schemas.microsoft.com/office/powerpoint/2010/main" val="775987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2026-06-04T08:17:12.9520000Z</dcterms:created>
  <dcterms:modified xsi:type="dcterms:W3CDTF">2026-06-04T08:17:12.9520000Z</dcterms:modified>
</coreProperties>
</file>