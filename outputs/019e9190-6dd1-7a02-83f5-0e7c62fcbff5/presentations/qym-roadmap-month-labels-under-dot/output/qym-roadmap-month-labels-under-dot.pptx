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67fcb6cec048a4" /><Relationship Type="http://schemas.openxmlformats.org/officeDocument/2006/relationships/extended-properties" Target="/docProps/app.xml" Id="R2f56f745acb046a8" /><Relationship Type="http://schemas.openxmlformats.org/officeDocument/2006/relationships/officeDocument" Target="/ppt/presentation.xml" Id="Rfa481738b65e45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69bc9913ab4452"/>
  </p:sldMasterIdLst>
  <p:notesMasterIdLst>
    <p:notesMasterId xmlns:r="http://schemas.openxmlformats.org/officeDocument/2006/relationships" r:id="Rac5d0ca595664210"/>
  </p:notesMasterIdLst>
  <p:sldIdLst>
    <p:sldId xmlns:r="http://schemas.openxmlformats.org/officeDocument/2006/relationships" id="256" r:id="R6b17ef8e60a345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d40715e52a4192" /><Relationship Type="http://schemas.openxmlformats.org/officeDocument/2006/relationships/slideMaster" Target="/ppt/slideMasters/slideMaster1.xml" Id="Rae69bc9913ab4452" /><Relationship Type="http://schemas.openxmlformats.org/officeDocument/2006/relationships/notesMaster" Target="/ppt/notesMasters/notesMaster1.xml" Id="Rac5d0ca595664210" /><Relationship Type="http://schemas.openxmlformats.org/officeDocument/2006/relationships/presProps" Target="/ppt/presProps.xml" Id="Rcdf142d51a49493b" /><Relationship Type="http://schemas.openxmlformats.org/officeDocument/2006/relationships/viewProps" Target="/ppt/viewProps.xml" Id="R27a57c42b2a54719" /><Relationship Type="http://schemas.openxmlformats.org/officeDocument/2006/relationships/tableStyles" Target="/ppt/tableStyles.xml" Id="Rdc26e2d4f7364525" /><Relationship Type="http://schemas.openxmlformats.org/officeDocument/2006/relationships/slide" Target="/ppt/slides/slide1.xml" Id="R6b17ef8e60a3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128303de834c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36c47af2e649f4" /><Relationship Type="http://schemas.openxmlformats.org/officeDocument/2006/relationships/notesMaster" Target="/ppt/notesMasters/notesMaster1.xml" Id="R69a9756537904d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5a6e86dd345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ea2d0278e941ec" /><Relationship Type="http://schemas.openxmlformats.org/officeDocument/2006/relationships/slideLayout" Target="/ppt/slideLayouts/slideLayout1.xml" Id="Rb8db57fe650846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db57fe650846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8e7b00a6547f1" /><Relationship Type="http://schemas.openxmlformats.org/officeDocument/2006/relationships/image" Target="/ppt/media/image.png" Id="R630a67cf68c5447f" /><Relationship Type="http://schemas.openxmlformats.org/officeDocument/2006/relationships/image" Target="/ppt/media/image2.png" Id="R5ae90aee188c44e1" /><Relationship Type="http://schemas.openxmlformats.org/officeDocument/2006/relationships/notesSlide" Target="/ppt/notesSlides/notesSlide1.xml" Id="Re1373fe2d3884a8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background">
            <a:extLst xmlns:a="http://schemas.openxmlformats.org/drawingml/2006/main"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full-slide-surface">
            <a:extLst xmlns:a="http://schemas.openxmlformats.org/drawingml/2006/main"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656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" name="top-accent-rule">
            <a:extLst xmlns:a="http://schemas.openxmlformats.org/drawingml/2006/main"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38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a67cf68c5447f"/>
          <a:stretch xmlns:a="http://schemas.openxmlformats.org/drawingml/2006/main"/>
        </p:blipFill>
        <p:spPr>
          <a:xfrm xmlns:a="http://schemas.openxmlformats.org/drawingml/2006/main">
            <a:off x="495300" y="343057"/>
            <a:ext cx="400050" cy="399736"/>
          </a:xfrm>
          <a:prstGeom xmlns:a="http://schemas.openxmlformats.org/drawingml/2006/main" prst="rect">
            <a:avLst/>
          </a:prstGeom>
        </p:spPr>
      </p:pic>
      <p:pic>
        <p:nvPicPr>
          <p:cNvPr id="8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90aee188c44e1"/>
          <a:stretch xmlns:a="http://schemas.openxmlformats.org/drawingml/2006/main"/>
        </p:blipFill>
        <p:spPr>
          <a:xfrm xmlns:a="http://schemas.openxmlformats.org/drawingml/2006/main">
            <a:off x="991828" y="304800"/>
            <a:ext cx="778595" cy="495300"/>
          </a:xfrm>
          <a:prstGeom xmlns:a="http://schemas.openxmlformats.org/drawingml/2006/main" prst="rect">
            <a:avLst/>
          </a:prstGeom>
        </p:spPr>
      </p:pic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548" y="214312"/>
            <a:ext cx="7123484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</a:t>
            </a: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PRODUCT ROADMAP</a:t>
            </a:r>
          </a:p>
        </p:txBody>
      </p:sp>
      <p:sp>
        <p:nvSpPr>
          <p:cNvPr id="9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5" name="swimlane-base">
            <a:extLst xmlns:a="http://schemas.openxmlformats.org/drawingml/2006/main"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wimlane-accent">
            <a:extLst xmlns:a="http://schemas.openxmlformats.org/drawingml/2006/main"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nnector-MAY">
            <a:extLst xmlns:a="http://schemas.openxmlformats.org/drawingml/2006/main"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dot-MAY">
            <a:extLst xmlns:a="http://schemas.openxmlformats.org/drawingml/2006/main"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month-MAY">
            <a:extLst xmlns:a="http://schemas.openxmlformats.org/drawingml/2006/main"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0" name="milestone-card-MAY">
            <a:extLst xmlns:a="http://schemas.openxmlformats.org/drawingml/2006/main"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milestone-accent-MAY">
            <a:extLst xmlns:a="http://schemas.openxmlformats.org/drawingml/2006/main"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itle-MAY">
            <a:extLst xmlns:a="http://schemas.openxmlformats.org/drawingml/2006/main"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23" name="detail-MAY">
            <a:extLst xmlns:a="http://schemas.openxmlformats.org/drawingml/2006/main"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Metric registry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Dataset loader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Run schema</a:t>
            </a:r>
          </a:p>
        </p:txBody>
      </p:sp>
      <p:sp>
        <p:nvSpPr>
          <p:cNvPr id="24" name="connector-JUN">
            <a:extLst xmlns:a="http://schemas.openxmlformats.org/drawingml/2006/main"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21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dot-JUN">
            <a:extLst xmlns:a="http://schemas.openxmlformats.org/drawingml/2006/main"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96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month-JUN">
            <a:extLst xmlns:a="http://schemas.openxmlformats.org/drawingml/2006/main"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21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7" name="milestone-card-JUN">
            <a:extLst xmlns:a="http://schemas.openxmlformats.org/drawingml/2006/main"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96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milestone-accent-JUN">
            <a:extLst xmlns:a="http://schemas.openxmlformats.org/drawingml/2006/main"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96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itle-JUN">
            <a:extLst xmlns:a="http://schemas.openxmlformats.org/drawingml/2006/main"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5529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insights</a:t>
            </a:r>
          </a:p>
        </p:txBody>
      </p:sp>
      <p:sp>
        <p:nvSpPr>
          <p:cNvPr id="30" name="detail-JUN">
            <a:extLst xmlns:a="http://schemas.openxmlformats.org/drawingml/2006/main"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Compare view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Filters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Baseline diff</a:t>
            </a:r>
          </a:p>
        </p:txBody>
      </p:sp>
      <p:sp>
        <p:nvSpPr>
          <p:cNvPr id="31" name="connector-JUL">
            <a:extLst xmlns:a="http://schemas.openxmlformats.org/drawingml/2006/main"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193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dot-JUL">
            <a:extLst xmlns:a="http://schemas.openxmlformats.org/drawingml/2006/main"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468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month-JUL">
            <a:extLst xmlns:a="http://schemas.openxmlformats.org/drawingml/2006/main"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493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34" name="milestone-card-JUL">
            <a:extLst xmlns:a="http://schemas.openxmlformats.org/drawingml/2006/main"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968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milestone-accent-JUL">
            <a:extLst xmlns:a="http://schemas.openxmlformats.org/drawingml/2006/main"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968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itle-JUL">
            <a:extLst xmlns:a="http://schemas.openxmlformats.org/drawingml/2006/main"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29527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analysis</a:t>
            </a:r>
          </a:p>
        </p:txBody>
      </p:sp>
      <p:sp>
        <p:nvSpPr>
          <p:cNvPr id="37" name="detail-JUL">
            <a:extLst xmlns:a="http://schemas.openxmlformats.org/drawingml/2006/main"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Evidence view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Root causes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Failure groups</a:t>
            </a:r>
          </a:p>
        </p:txBody>
      </p:sp>
      <p:sp>
        <p:nvSpPr>
          <p:cNvPr id="38" name="connector-AUG">
            <a:extLst xmlns:a="http://schemas.openxmlformats.org/drawingml/2006/main"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064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dot-AUG">
            <a:extLst xmlns:a="http://schemas.openxmlformats.org/drawingml/2006/main"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39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month-AUG">
            <a:extLst xmlns:a="http://schemas.openxmlformats.org/drawingml/2006/main"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364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1" name="milestone-card-AUG">
            <a:extLst xmlns:a="http://schemas.openxmlformats.org/drawingml/2006/main"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839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milestone-accent-AUG">
            <a:extLst xmlns:a="http://schemas.openxmlformats.org/drawingml/2006/main"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839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itle-AUG">
            <a:extLst xmlns:a="http://schemas.openxmlformats.org/drawingml/2006/main"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5529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loop</a:t>
            </a:r>
          </a:p>
        </p:txBody>
      </p:sp>
      <p:sp>
        <p:nvSpPr>
          <p:cNvPr id="44" name="detail-AUG">
            <a:extLst xmlns:a="http://schemas.openxmlformats.org/drawingml/2006/main"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Review queues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Annotations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Export changes</a:t>
            </a:r>
          </a:p>
        </p:txBody>
      </p:sp>
      <p:sp>
        <p:nvSpPr>
          <p:cNvPr id="45" name="connector-SEP">
            <a:extLst xmlns:a="http://schemas.openxmlformats.org/drawingml/2006/main"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936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dot-SEP">
            <a:extLst xmlns:a="http://schemas.openxmlformats.org/drawingml/2006/main"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11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month-SEP">
            <a:extLst xmlns:a="http://schemas.openxmlformats.org/drawingml/2006/main"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236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8" name="milestone-card-SEP">
            <a:extLst xmlns:a="http://schemas.openxmlformats.org/drawingml/2006/main"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11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milestone-accent-SEP">
            <a:extLst xmlns:a="http://schemas.openxmlformats.org/drawingml/2006/main"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11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itle-SEP">
            <a:extLst xmlns:a="http://schemas.openxmlformats.org/drawingml/2006/main"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29527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Team workspace</a:t>
            </a:r>
          </a:p>
        </p:txBody>
      </p:sp>
      <p:sp>
        <p:nvSpPr>
          <p:cNvPr id="51" name="detail-SEP">
            <a:extLst xmlns:a="http://schemas.openxmlformats.org/drawingml/2006/main"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Projects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RBAC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Shared dashboards</a:t>
            </a:r>
          </a:p>
        </p:txBody>
      </p:sp>
      <p:sp>
        <p:nvSpPr>
          <p:cNvPr id="52" name="connector-OCT">
            <a:extLst xmlns:a="http://schemas.openxmlformats.org/drawingml/2006/main"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807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dot-OCT">
            <a:extLst xmlns:a="http://schemas.openxmlformats.org/drawingml/2006/main"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82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month-OCT">
            <a:extLst xmlns:a="http://schemas.openxmlformats.org/drawingml/2006/main"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107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55" name="milestone-card-OCT">
            <a:extLst xmlns:a="http://schemas.openxmlformats.org/drawingml/2006/main"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582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milestone-accent-OCT">
            <a:extLst xmlns:a="http://schemas.openxmlformats.org/drawingml/2006/main"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582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itle-OCT">
            <a:extLst xmlns:a="http://schemas.openxmlformats.org/drawingml/2006/main"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5529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58" name="detail-OCT">
            <a:extLst xmlns:a="http://schemas.openxmlformats.org/drawingml/2006/main"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Langfuse import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Trace sync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Context mapping</a:t>
            </a:r>
          </a:p>
        </p:txBody>
      </p:sp>
      <p:sp>
        <p:nvSpPr>
          <p:cNvPr id="59" name="connector-NOV">
            <a:extLst xmlns:a="http://schemas.openxmlformats.org/drawingml/2006/main"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79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dot-NOV">
            <a:extLst xmlns:a="http://schemas.openxmlformats.org/drawingml/2006/main"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954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month-NOV">
            <a:extLst xmlns:a="http://schemas.openxmlformats.org/drawingml/2006/main"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979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2" name="milestone-card-NOV">
            <a:extLst xmlns:a="http://schemas.openxmlformats.org/drawingml/2006/main"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54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milestone-accent-NOV">
            <a:extLst xmlns:a="http://schemas.openxmlformats.org/drawingml/2006/main"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54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itle-NOV">
            <a:extLst xmlns:a="http://schemas.openxmlformats.org/drawingml/2006/main"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29527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Agent CLI</a:t>
            </a:r>
          </a:p>
        </p:txBody>
      </p:sp>
      <p:sp>
        <p:nvSpPr>
          <p:cNvPr id="65" name="detail-NOV">
            <a:extLst xmlns:a="http://schemas.openxmlformats.org/drawingml/2006/main"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Config check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JSON reports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Retry flows</a:t>
            </a:r>
          </a:p>
        </p:txBody>
      </p:sp>
      <p:sp>
        <p:nvSpPr>
          <p:cNvPr id="66" name="connector-DEC">
            <a:extLst xmlns:a="http://schemas.openxmlformats.org/drawingml/2006/main"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dot-DEC">
            <a:extLst xmlns:a="http://schemas.openxmlformats.org/drawingml/2006/main"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month-DEC">
            <a:extLst xmlns:a="http://schemas.openxmlformats.org/drawingml/2006/main"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9" name="milestone-card-DEC">
            <a:extLst xmlns:a="http://schemas.openxmlformats.org/drawingml/2006/main"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milestone-accent-DEC">
            <a:extLst xmlns:a="http://schemas.openxmlformats.org/drawingml/2006/main"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itle-DEC">
            <a:extLst xmlns:a="http://schemas.openxmlformats.org/drawingml/2006/main"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529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Hosted admin</a:t>
            </a:r>
          </a:p>
        </p:txBody>
      </p:sp>
      <p:sp>
        <p:nvSpPr>
          <p:cNvPr id="72" name="detail-DEC">
            <a:extLst xmlns:a="http://schemas.openxmlformats.org/drawingml/2006/main"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Org admin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Governance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  <p:sp>
        <p:nvSpPr>
          <p:cNvPr id="7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 xmlns:a="http://schemas.openxmlformats.org/drawingml/2006/main"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28575">
            <a:solidFill>
              <a:srgbClr val="14141E"/>
            </a:solidFill>
            <a:prstDash val="solid"/>
          </a:ln>
        </p:spPr>
      </p:sp>
      <p:sp>
        <p:nvSpPr>
          <p:cNvPr id="80" name="may-complete-check">
            <a:extLst xmlns:a="http://schemas.openxmlformats.org/drawingml/2006/main"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141E"/>
                </a:solidFill>
              </a:defRPr>
            </a:pPr>
            <a:r>
              <a:rPr sz="1425" b="1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3" name="month-pill-bg-MAY">
            <a:extLst xmlns:a="http://schemas.openxmlformats.org/drawingml/2006/main">
              <a:ext uri="{FF2B5EF4-FFF2-40B4-BE49-F238E27FC236}">
                <a16:creationId xmlns:a16="http://schemas.microsoft.com/office/drawing/2014/main" id="{4C7E0C96-BDCE-4696-93AB-F6E3841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91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month-pill-MAY">
            <a:extLst xmlns:a="http://schemas.openxmlformats.org/drawingml/2006/main">
              <a:ext uri="{FF2B5EF4-FFF2-40B4-BE49-F238E27FC236}">
                <a16:creationId xmlns:a16="http://schemas.microsoft.com/office/drawing/2014/main" id="{364CAC1C-EEC8-43A5-A190-FF2F2CC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91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85" name="month-pill-bg-JUN">
            <a:extLst xmlns:a="http://schemas.openxmlformats.org/drawingml/2006/main">
              <a:ext uri="{FF2B5EF4-FFF2-40B4-BE49-F238E27FC236}">
                <a16:creationId xmlns:a16="http://schemas.microsoft.com/office/drawing/2014/main" id="{9ED0D060-3A11-49D5-99A1-7E9CAD1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month-pill-JUN">
            <a:extLst xmlns:a="http://schemas.openxmlformats.org/drawingml/2006/main">
              <a:ext uri="{FF2B5EF4-FFF2-40B4-BE49-F238E27FC236}">
                <a16:creationId xmlns:a16="http://schemas.microsoft.com/office/drawing/2014/main" id="{415F98F0-572A-4AF2-8241-42EE781F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87" name="month-pill-bg-JUL">
            <a:extLst xmlns:a="http://schemas.openxmlformats.org/drawingml/2006/main">
              <a:ext uri="{FF2B5EF4-FFF2-40B4-BE49-F238E27FC236}">
                <a16:creationId xmlns:a16="http://schemas.microsoft.com/office/drawing/2014/main" id="{113FF010-EB07-496E-89C4-10052A4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month-pill-JUL">
            <a:extLst xmlns:a="http://schemas.openxmlformats.org/drawingml/2006/main">
              <a:ext uri="{FF2B5EF4-FFF2-40B4-BE49-F238E27FC236}">
                <a16:creationId xmlns:a16="http://schemas.microsoft.com/office/drawing/2014/main" id="{3442F896-015E-49C1-BFF8-41292CF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89" name="month-pill-bg-AUG">
            <a:extLst xmlns:a="http://schemas.openxmlformats.org/drawingml/2006/main">
              <a:ext uri="{FF2B5EF4-FFF2-40B4-BE49-F238E27FC236}">
                <a16:creationId xmlns:a16="http://schemas.microsoft.com/office/drawing/2014/main" id="{4F569329-6C32-4898-95BD-33E3E61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month-pill-AUG">
            <a:extLst xmlns:a="http://schemas.openxmlformats.org/drawingml/2006/main">
              <a:ext uri="{FF2B5EF4-FFF2-40B4-BE49-F238E27FC236}">
                <a16:creationId xmlns:a16="http://schemas.microsoft.com/office/drawing/2014/main" id="{CD42B882-617B-46FD-A64E-243D001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A855F7"/>
                </a:solidFill>
              </a:defRPr>
            </a:pPr>
            <a:r>
              <a:rPr sz="75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91" name="month-pill-bg-SEP">
            <a:extLst xmlns:a="http://schemas.openxmlformats.org/drawingml/2006/main">
              <a:ext uri="{FF2B5EF4-FFF2-40B4-BE49-F238E27FC236}">
                <a16:creationId xmlns:a16="http://schemas.microsoft.com/office/drawing/2014/main" id="{78116B59-D6CC-45EF-9DB6-D5DA582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month-pill-SEP">
            <a:extLst xmlns:a="http://schemas.openxmlformats.org/drawingml/2006/main">
              <a:ext uri="{FF2B5EF4-FFF2-40B4-BE49-F238E27FC236}">
                <a16:creationId xmlns:a16="http://schemas.microsoft.com/office/drawing/2014/main" id="{5728F80D-506A-4723-9429-96D723D4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93" name="month-pill-bg-OCT">
            <a:extLst xmlns:a="http://schemas.openxmlformats.org/drawingml/2006/main">
              <a:ext uri="{FF2B5EF4-FFF2-40B4-BE49-F238E27FC236}">
                <a16:creationId xmlns:a16="http://schemas.microsoft.com/office/drawing/2014/main" id="{5158AFDD-7949-43A6-980D-707C2A0E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month-pill-OCT">
            <a:extLst xmlns:a="http://schemas.openxmlformats.org/drawingml/2006/main">
              <a:ext uri="{FF2B5EF4-FFF2-40B4-BE49-F238E27FC236}">
                <a16:creationId xmlns:a16="http://schemas.microsoft.com/office/drawing/2014/main" id="{F567C645-91B6-4410-8219-C8D07FC7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95" name="month-pill-bg-NOV">
            <a:extLst xmlns:a="http://schemas.openxmlformats.org/drawingml/2006/main">
              <a:ext uri="{FF2B5EF4-FFF2-40B4-BE49-F238E27FC236}">
                <a16:creationId xmlns:a16="http://schemas.microsoft.com/office/drawing/2014/main" id="{823529E3-C203-4C18-8EAF-59D14C9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month-pill-NOV">
            <a:extLst xmlns:a="http://schemas.openxmlformats.org/drawingml/2006/main">
              <a:ext uri="{FF2B5EF4-FFF2-40B4-BE49-F238E27FC236}">
                <a16:creationId xmlns:a16="http://schemas.microsoft.com/office/drawing/2014/main" id="{22BE0CAD-4996-43DF-8A8C-A6CB186D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B981"/>
                </a:solidFill>
              </a:defRPr>
            </a:pPr>
            <a:r>
              <a:rPr sz="7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97" name="month-pill-bg-DEC">
            <a:extLst xmlns:a="http://schemas.openxmlformats.org/drawingml/2006/main">
              <a:ext uri="{FF2B5EF4-FFF2-40B4-BE49-F238E27FC236}">
                <a16:creationId xmlns:a16="http://schemas.microsoft.com/office/drawing/2014/main" id="{810341E6-8779-4DA1-BD25-9F6362C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month-pill-DEC">
            <a:extLst xmlns:a="http://schemas.openxmlformats.org/drawingml/2006/main">
              <a:ext uri="{FF2B5EF4-FFF2-40B4-BE49-F238E27FC236}">
                <a16:creationId xmlns:a16="http://schemas.microsoft.com/office/drawing/2014/main" id="{2DFDB0C7-62E3-48A2-8FA8-AA15BF8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</p:spTree>
    <p:extLst>
      <p:ext uri="{BB962C8B-B14F-4D97-AF65-F5344CB8AC3E}">
        <p14:creationId xmlns:p14="http://schemas.microsoft.com/office/powerpoint/2010/main" val="775987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2026-06-04T08:25:48.7730000Z</dcterms:created>
  <dcterms:modified xsi:type="dcterms:W3CDTF">2026-06-04T08:25:48.7730000Z</dcterms:modified>
</coreProperties>
</file>