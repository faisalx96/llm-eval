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d1e52a248b4b9a" /><Relationship Type="http://schemas.openxmlformats.org/officeDocument/2006/relationships/extended-properties" Target="/docProps/app.xml" Id="R424c3820516b4fe3" /><Relationship Type="http://schemas.openxmlformats.org/officeDocument/2006/relationships/officeDocument" Target="/ppt/presentation.xml" Id="R9f9f26c29d4f49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3d76e05c3443ca"/>
  </p:sldMasterIdLst>
  <p:notesMasterIdLst>
    <p:notesMasterId xmlns:r="http://schemas.openxmlformats.org/officeDocument/2006/relationships" r:id="Rfe89ab12c62046cc"/>
  </p:notesMasterIdLst>
  <p:sldIdLst>
    <p:sldId xmlns:r="http://schemas.openxmlformats.org/officeDocument/2006/relationships" id="256" r:id="Rf2a5a86d21e541e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3e361475084d54" /><Relationship Type="http://schemas.openxmlformats.org/officeDocument/2006/relationships/slideMaster" Target="/ppt/slideMasters/slideMaster1.xml" Id="Ra83d76e05c3443ca" /><Relationship Type="http://schemas.openxmlformats.org/officeDocument/2006/relationships/notesMaster" Target="/ppt/notesMasters/notesMaster1.xml" Id="Rfe89ab12c62046cc" /><Relationship Type="http://schemas.openxmlformats.org/officeDocument/2006/relationships/presProps" Target="/ppt/presProps.xml" Id="R51e337fc23ea498b" /><Relationship Type="http://schemas.openxmlformats.org/officeDocument/2006/relationships/viewProps" Target="/ppt/viewProps.xml" Id="Rc1206939fdef42ca" /><Relationship Type="http://schemas.openxmlformats.org/officeDocument/2006/relationships/tableStyles" Target="/ppt/tableStyles.xml" Id="R9e3b144f6cfe4eb7" /><Relationship Type="http://schemas.openxmlformats.org/officeDocument/2006/relationships/slide" Target="/ppt/slides/slide1.xml" Id="Rf2a5a86d21e541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e3627e546a45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e7e5e0ccf84c28" /><Relationship Type="http://schemas.openxmlformats.org/officeDocument/2006/relationships/notesMaster" Target="/ppt/notesMasters/notesMaster1.xml" Id="Rfe1a222e2c8246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e7e619c58140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dd87e9694d455b" /><Relationship Type="http://schemas.openxmlformats.org/officeDocument/2006/relationships/slideLayout" Target="/ppt/slideLayouts/slideLayout1.xml" Id="R2b4334c6968642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4334c6968642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40c7b4b1a4858" /><Relationship Type="http://schemas.openxmlformats.org/officeDocument/2006/relationships/image" Target="/ppt/media/image.png" Id="Raa39284ed9fe409e" /><Relationship Type="http://schemas.openxmlformats.org/officeDocument/2006/relationships/image" Target="/ppt/media/image2.png" Id="R28498b953bdb4f11" /><Relationship Type="http://schemas.openxmlformats.org/officeDocument/2006/relationships/notesSlide" Target="/ppt/notesSlides/notesSlide1.xml" Id="R73404da96e6b41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background">
            <a:extLst xmlns:a="http://schemas.openxmlformats.org/drawingml/2006/main"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full-slide-surface">
            <a:extLst xmlns:a="http://schemas.openxmlformats.org/drawingml/2006/main"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656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" name="top-accent-rule">
            <a:extLst xmlns:a="http://schemas.openxmlformats.org/drawingml/2006/main"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38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9284ed9fe409e"/>
          <a:stretch xmlns:a="http://schemas.openxmlformats.org/drawingml/2006/main"/>
        </p:blipFill>
        <p:spPr>
          <a:xfrm xmlns:a="http://schemas.openxmlformats.org/drawingml/2006/main">
            <a:off x="495300" y="343057"/>
            <a:ext cx="400050" cy="399736"/>
          </a:xfrm>
          <a:prstGeom xmlns:a="http://schemas.openxmlformats.org/drawingml/2006/main" prst="rect">
            <a:avLst/>
          </a:prstGeom>
        </p:spPr>
      </p:pic>
      <p:pic>
        <p:nvPicPr>
          <p:cNvPr id="8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98b953bdb4f11"/>
          <a:stretch xmlns:a="http://schemas.openxmlformats.org/drawingml/2006/main"/>
        </p:blipFill>
        <p:spPr>
          <a:xfrm xmlns:a="http://schemas.openxmlformats.org/drawingml/2006/main">
            <a:off x="991828" y="304800"/>
            <a:ext cx="778595" cy="495300"/>
          </a:xfrm>
          <a:prstGeom xmlns:a="http://schemas.openxmlformats.org/drawingml/2006/main" prst="rect">
            <a:avLst/>
          </a:prstGeom>
        </p:spPr>
      </p:pic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3150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QYM Platform Roadmap</a:t>
            </a:r>
          </a:p>
        </p:txBody>
      </p:sp>
      <p:sp>
        <p:nvSpPr>
          <p:cNvPr id="9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Monthly delivery plan from May to December, focused on evaluator foundations, insight workflows, collaboration, integrations, and governed rollout.</a:t>
            </a:r>
          </a:p>
        </p:txBody>
      </p:sp>
      <p:sp>
        <p:nvSpPr>
          <p:cNvPr id="15" name="swimlane-base">
            <a:extLst xmlns:a="http://schemas.openxmlformats.org/drawingml/2006/main"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wimlane-accent">
            <a:extLst xmlns:a="http://schemas.openxmlformats.org/drawingml/2006/main"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nnector-MAY">
            <a:extLst xmlns:a="http://schemas.openxmlformats.org/drawingml/2006/main"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dot-MAY">
            <a:extLst xmlns:a="http://schemas.openxmlformats.org/drawingml/2006/main"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month-MAY">
            <a:extLst xmlns:a="http://schemas.openxmlformats.org/drawingml/2006/main"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0" name="milestone-card-MAY">
            <a:extLst xmlns:a="http://schemas.openxmlformats.org/drawingml/2006/main"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milestone-accent-MAY">
            <a:extLst xmlns:a="http://schemas.openxmlformats.org/drawingml/2006/main"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itle-MAY">
            <a:extLst xmlns:a="http://schemas.openxmlformats.org/drawingml/2006/main"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3" name="detail-MAY">
            <a:extLst xmlns:a="http://schemas.openxmlformats.org/drawingml/2006/main"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4" name="connector-JUN">
            <a:extLst xmlns:a="http://schemas.openxmlformats.org/drawingml/2006/main"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21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dot-JUN">
            <a:extLst xmlns:a="http://schemas.openxmlformats.org/drawingml/2006/main"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96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month-JUN">
            <a:extLst xmlns:a="http://schemas.openxmlformats.org/drawingml/2006/main"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21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27" name="milestone-card-JUN">
            <a:extLst xmlns:a="http://schemas.openxmlformats.org/drawingml/2006/main"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milestone-accent-JUN">
            <a:extLst xmlns:a="http://schemas.openxmlformats.org/drawingml/2006/main"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itle-JUN">
            <a:extLst xmlns:a="http://schemas.openxmlformats.org/drawingml/2006/main"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0" name="detail-JUN">
            <a:extLst xmlns:a="http://schemas.openxmlformats.org/drawingml/2006/main"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1" name="connector-JUL">
            <a:extLst xmlns:a="http://schemas.openxmlformats.org/drawingml/2006/main"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193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dot-JUL">
            <a:extLst xmlns:a="http://schemas.openxmlformats.org/drawingml/2006/main"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468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month-JUL">
            <a:extLst xmlns:a="http://schemas.openxmlformats.org/drawingml/2006/main"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493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34" name="milestone-card-JUL">
            <a:extLst xmlns:a="http://schemas.openxmlformats.org/drawingml/2006/main"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milestone-accent-JUL">
            <a:extLst xmlns:a="http://schemas.openxmlformats.org/drawingml/2006/main"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itle-JUL">
            <a:extLst xmlns:a="http://schemas.openxmlformats.org/drawingml/2006/main"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7" name="detail-JUL">
            <a:extLst xmlns:a="http://schemas.openxmlformats.org/drawingml/2006/main"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38" name="connector-AUG">
            <a:extLst xmlns:a="http://schemas.openxmlformats.org/drawingml/2006/main"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064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dot-AUG">
            <a:extLst xmlns:a="http://schemas.openxmlformats.org/drawingml/2006/main"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39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month-AUG">
            <a:extLst xmlns:a="http://schemas.openxmlformats.org/drawingml/2006/main"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364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1" name="milestone-card-AUG">
            <a:extLst xmlns:a="http://schemas.openxmlformats.org/drawingml/2006/main"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milestone-accent-AUG">
            <a:extLst xmlns:a="http://schemas.openxmlformats.org/drawingml/2006/main"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itle-AUG">
            <a:extLst xmlns:a="http://schemas.openxmlformats.org/drawingml/2006/main"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4" name="detail-AUG">
            <a:extLst xmlns:a="http://schemas.openxmlformats.org/drawingml/2006/main"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5" name="connector-SEP">
            <a:extLst xmlns:a="http://schemas.openxmlformats.org/drawingml/2006/main"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936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dot-SEP">
            <a:extLst xmlns:a="http://schemas.openxmlformats.org/drawingml/2006/main"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11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month-SEP">
            <a:extLst xmlns:a="http://schemas.openxmlformats.org/drawingml/2006/main"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236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48" name="milestone-card-SEP">
            <a:extLst xmlns:a="http://schemas.openxmlformats.org/drawingml/2006/main"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milestone-accent-SEP">
            <a:extLst xmlns:a="http://schemas.openxmlformats.org/drawingml/2006/main"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itle-SEP">
            <a:extLst xmlns:a="http://schemas.openxmlformats.org/drawingml/2006/main"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1" name="detail-SEP">
            <a:extLst xmlns:a="http://schemas.openxmlformats.org/drawingml/2006/main"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2" name="connector-OCT">
            <a:extLst xmlns:a="http://schemas.openxmlformats.org/drawingml/2006/main"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807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dot-OCT">
            <a:extLst xmlns:a="http://schemas.openxmlformats.org/drawingml/2006/main"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82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month-OCT">
            <a:extLst xmlns:a="http://schemas.openxmlformats.org/drawingml/2006/main"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107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55" name="milestone-card-OCT">
            <a:extLst xmlns:a="http://schemas.openxmlformats.org/drawingml/2006/main"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milestone-accent-OCT">
            <a:extLst xmlns:a="http://schemas.openxmlformats.org/drawingml/2006/main"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itle-OCT">
            <a:extLst xmlns:a="http://schemas.openxmlformats.org/drawingml/2006/main"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8" name="detail-OCT">
            <a:extLst xmlns:a="http://schemas.openxmlformats.org/drawingml/2006/main"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9" name="connector-NOV">
            <a:extLst xmlns:a="http://schemas.openxmlformats.org/drawingml/2006/main"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79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dot-NOV">
            <a:extLst xmlns:a="http://schemas.openxmlformats.org/drawingml/2006/main"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954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month-NOV">
            <a:extLst xmlns:a="http://schemas.openxmlformats.org/drawingml/2006/main"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979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2" name="milestone-card-NOV">
            <a:extLst xmlns:a="http://schemas.openxmlformats.org/drawingml/2006/main"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milestone-accent-NOV">
            <a:extLst xmlns:a="http://schemas.openxmlformats.org/drawingml/2006/main"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itle-NOV">
            <a:extLst xmlns:a="http://schemas.openxmlformats.org/drawingml/2006/main"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65" name="detail-NOV">
            <a:extLst xmlns:a="http://schemas.openxmlformats.org/drawingml/2006/main"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66" name="connector-DEC">
            <a:extLst xmlns:a="http://schemas.openxmlformats.org/drawingml/2006/main"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dot-DEC">
            <a:extLst xmlns:a="http://schemas.openxmlformats.org/drawingml/2006/main"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month-DEC">
            <a:extLst xmlns:a="http://schemas.openxmlformats.org/drawingml/2006/main"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/>
            </a:r>
          </a:p>
        </p:txBody>
      </p:sp>
      <p:sp>
        <p:nvSpPr>
          <p:cNvPr id="69" name="milestone-card-DEC">
            <a:extLst xmlns:a="http://schemas.openxmlformats.org/drawingml/2006/main"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milestone-accent-DEC">
            <a:extLst xmlns:a="http://schemas.openxmlformats.org/drawingml/2006/main"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itle-DEC">
            <a:extLst xmlns:a="http://schemas.openxmlformats.org/drawingml/2006/main"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  <a:r>
              <a:rPr sz="705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72" name="detail-DEC">
            <a:extLst xmlns:a="http://schemas.openxmlformats.org/drawingml/2006/main"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7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 xmlns:a="http://schemas.openxmlformats.org/drawingml/2006/main"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28575">
            <a:solidFill>
              <a:srgbClr val="14141E"/>
            </a:solidFill>
            <a:prstDash val="solid"/>
          </a:ln>
        </p:spPr>
      </p:sp>
      <p:sp>
        <p:nvSpPr>
          <p:cNvPr id="80" name="may-complete-check">
            <a:extLst xmlns:a="http://schemas.openxmlformats.org/drawingml/2006/main"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141E"/>
                </a:solidFill>
              </a:defRPr>
            </a:pPr>
            <a:r>
              <a:rPr sz="1425" b="1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3" name="month-pill-bg-MAY">
            <a:extLst xmlns:a="http://schemas.openxmlformats.org/drawingml/2006/main">
              <a:ext uri="{FF2B5EF4-FFF2-40B4-BE49-F238E27FC236}">
                <a16:creationId xmlns:a16="http://schemas.microsoft.com/office/drawing/2014/main" id="{4C7E0C96-BDCE-4696-93AB-F6E3841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386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month-pill-MAY">
            <a:extLst xmlns:a="http://schemas.openxmlformats.org/drawingml/2006/main">
              <a:ext uri="{FF2B5EF4-FFF2-40B4-BE49-F238E27FC236}">
                <a16:creationId xmlns:a16="http://schemas.microsoft.com/office/drawing/2014/main" id="{364CAC1C-EEC8-43A5-A190-FF2F2CC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386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85" name="month-pill-bg-JUN">
            <a:extLst xmlns:a="http://schemas.openxmlformats.org/drawingml/2006/main">
              <a:ext uri="{FF2B5EF4-FFF2-40B4-BE49-F238E27FC236}">
                <a16:creationId xmlns:a16="http://schemas.microsoft.com/office/drawing/2014/main" id="{9ED0D060-3A11-49D5-99A1-7E9CAD1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month-pill-JUN">
            <a:extLst xmlns:a="http://schemas.openxmlformats.org/drawingml/2006/main">
              <a:ext uri="{FF2B5EF4-FFF2-40B4-BE49-F238E27FC236}">
                <a16:creationId xmlns:a16="http://schemas.microsoft.com/office/drawing/2014/main" id="{415F98F0-572A-4AF2-8241-42EE781F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87" name="month-pill-bg-JUL">
            <a:extLst xmlns:a="http://schemas.openxmlformats.org/drawingml/2006/main">
              <a:ext uri="{FF2B5EF4-FFF2-40B4-BE49-F238E27FC236}">
                <a16:creationId xmlns:a16="http://schemas.microsoft.com/office/drawing/2014/main" id="{113FF010-EB07-496E-89C4-10052A4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month-pill-JUL">
            <a:extLst xmlns:a="http://schemas.openxmlformats.org/drawingml/2006/main">
              <a:ext uri="{FF2B5EF4-FFF2-40B4-BE49-F238E27FC236}">
                <a16:creationId xmlns:a16="http://schemas.microsoft.com/office/drawing/2014/main" id="{3442F896-015E-49C1-BFF8-41292CF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89" name="month-pill-bg-AUG">
            <a:extLst xmlns:a="http://schemas.openxmlformats.org/drawingml/2006/main">
              <a:ext uri="{FF2B5EF4-FFF2-40B4-BE49-F238E27FC236}">
                <a16:creationId xmlns:a16="http://schemas.microsoft.com/office/drawing/2014/main" id="{4F569329-6C32-4898-95BD-33E3E61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month-pill-AUG">
            <a:extLst xmlns:a="http://schemas.openxmlformats.org/drawingml/2006/main">
              <a:ext uri="{FF2B5EF4-FFF2-40B4-BE49-F238E27FC236}">
                <a16:creationId xmlns:a16="http://schemas.microsoft.com/office/drawing/2014/main" id="{CD42B882-617B-46FD-A64E-243D001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A855F7"/>
                </a:solidFill>
              </a:defRPr>
            </a:pPr>
            <a:r>
              <a:rPr sz="75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91" name="month-pill-bg-SEP">
            <a:extLst xmlns:a="http://schemas.openxmlformats.org/drawingml/2006/main">
              <a:ext uri="{FF2B5EF4-FFF2-40B4-BE49-F238E27FC236}">
                <a16:creationId xmlns:a16="http://schemas.microsoft.com/office/drawing/2014/main" id="{78116B59-D6CC-45EF-9DB6-D5DA582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month-pill-SEP">
            <a:extLst xmlns:a="http://schemas.openxmlformats.org/drawingml/2006/main">
              <a:ext uri="{FF2B5EF4-FFF2-40B4-BE49-F238E27FC236}">
                <a16:creationId xmlns:a16="http://schemas.microsoft.com/office/drawing/2014/main" id="{5728F80D-506A-4723-9429-96D723D4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93" name="month-pill-bg-OCT">
            <a:extLst xmlns:a="http://schemas.openxmlformats.org/drawingml/2006/main">
              <a:ext uri="{FF2B5EF4-FFF2-40B4-BE49-F238E27FC236}">
                <a16:creationId xmlns:a16="http://schemas.microsoft.com/office/drawing/2014/main" id="{5158AFDD-7949-43A6-980D-707C2A0E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month-pill-OCT">
            <a:extLst xmlns:a="http://schemas.openxmlformats.org/drawingml/2006/main">
              <a:ext uri="{FF2B5EF4-FFF2-40B4-BE49-F238E27FC236}">
                <a16:creationId xmlns:a16="http://schemas.microsoft.com/office/drawing/2014/main" id="{F567C645-91B6-4410-8219-C8D07FC7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95" name="month-pill-bg-NOV">
            <a:extLst xmlns:a="http://schemas.openxmlformats.org/drawingml/2006/main">
              <a:ext uri="{FF2B5EF4-FFF2-40B4-BE49-F238E27FC236}">
                <a16:creationId xmlns:a16="http://schemas.microsoft.com/office/drawing/2014/main" id="{823529E3-C203-4C18-8EAF-59D14C9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month-pill-NOV">
            <a:extLst xmlns:a="http://schemas.openxmlformats.org/drawingml/2006/main">
              <a:ext uri="{FF2B5EF4-FFF2-40B4-BE49-F238E27FC236}">
                <a16:creationId xmlns:a16="http://schemas.microsoft.com/office/drawing/2014/main" id="{22BE0CAD-4996-43DF-8A8C-A6CB186D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B981"/>
                </a:solidFill>
              </a:defRPr>
            </a:pPr>
            <a:r>
              <a:rPr sz="7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97" name="month-pill-bg-DEC">
            <a:extLst xmlns:a="http://schemas.openxmlformats.org/drawingml/2006/main">
              <a:ext uri="{FF2B5EF4-FFF2-40B4-BE49-F238E27FC236}">
                <a16:creationId xmlns:a16="http://schemas.microsoft.com/office/drawing/2014/main" id="{810341E6-8779-4DA1-BD25-9F6362C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month-pill-DEC">
            <a:extLst xmlns:a="http://schemas.openxmlformats.org/drawingml/2006/main">
              <a:ext uri="{FF2B5EF4-FFF2-40B4-BE49-F238E27FC236}">
                <a16:creationId xmlns:a16="http://schemas.microsoft.com/office/drawing/2014/main" id="{2DFDB0C7-62E3-48A2-8FA8-AA15BF8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101" name="premium-card-MAY">
            <a:extLst xmlns:a="http://schemas.openxmlformats.org/drawingml/2006/main">
              <a:ext uri="{FF2B5EF4-FFF2-40B4-BE49-F238E27FC236}">
                <a16:creationId xmlns:a16="http://schemas.microsoft.com/office/drawing/2014/main" id="{DAEEACDE-027D-4A18-B433-F2FCC6B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102" name="premium-card-accent-MAY">
            <a:extLst xmlns:a="http://schemas.openxmlformats.org/drawingml/2006/main">
              <a:ext uri="{FF2B5EF4-FFF2-40B4-BE49-F238E27FC236}">
                <a16:creationId xmlns:a16="http://schemas.microsoft.com/office/drawing/2014/main" id="{B358CEB5-D0A6-4275-86D9-680390AD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premium-row-bg-MAY-1">
            <a:extLst xmlns:a="http://schemas.openxmlformats.org/drawingml/2006/main">
              <a:ext uri="{FF2B5EF4-FFF2-40B4-BE49-F238E27FC236}">
                <a16:creationId xmlns:a16="http://schemas.microsoft.com/office/drawing/2014/main" id="{FC7BFB20-D640-4A90-86E9-DEAF68F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premium-row-dot-MAY-1">
            <a:extLst xmlns:a="http://schemas.openxmlformats.org/drawingml/2006/main">
              <a:ext uri="{FF2B5EF4-FFF2-40B4-BE49-F238E27FC236}">
                <a16:creationId xmlns:a16="http://schemas.microsoft.com/office/drawing/2014/main" id="{08EAAF77-27F0-48E2-AF91-6A1B371B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premium-row-text-MAY-1">
            <a:extLst xmlns:a="http://schemas.openxmlformats.org/drawingml/2006/main">
              <a:ext uri="{FF2B5EF4-FFF2-40B4-BE49-F238E27FC236}">
                <a16:creationId xmlns:a16="http://schemas.microsoft.com/office/drawing/2014/main" id="{A5D3D2DD-816F-44BF-97D1-CC897C98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Metric registry</a:t>
            </a:r>
          </a:p>
        </p:txBody>
      </p:sp>
      <p:sp>
        <p:nvSpPr>
          <p:cNvPr id="106" name="premium-row-bg-MAY-2">
            <a:extLst xmlns:a="http://schemas.openxmlformats.org/drawingml/2006/main">
              <a:ext uri="{FF2B5EF4-FFF2-40B4-BE49-F238E27FC236}">
                <a16:creationId xmlns:a16="http://schemas.microsoft.com/office/drawing/2014/main" id="{EF035A8F-6C9F-4AED-BEED-E021BAF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premium-row-dot-MAY-2">
            <a:extLst xmlns:a="http://schemas.openxmlformats.org/drawingml/2006/main">
              <a:ext uri="{FF2B5EF4-FFF2-40B4-BE49-F238E27FC236}">
                <a16:creationId xmlns:a16="http://schemas.microsoft.com/office/drawing/2014/main" id="{C4A11BB0-337F-4D0B-B167-5CCEB2A5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premium-row-text-MAY-2">
            <a:extLst xmlns:a="http://schemas.openxmlformats.org/drawingml/2006/main">
              <a:ext uri="{FF2B5EF4-FFF2-40B4-BE49-F238E27FC236}">
                <a16:creationId xmlns:a16="http://schemas.microsoft.com/office/drawing/2014/main" id="{EB50F232-F2E0-47A0-A97A-FC6DE9F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Dataset loader</a:t>
            </a:r>
          </a:p>
        </p:txBody>
      </p:sp>
      <p:sp>
        <p:nvSpPr>
          <p:cNvPr id="109" name="premium-row-bg-MAY-3">
            <a:extLst xmlns:a="http://schemas.openxmlformats.org/drawingml/2006/main">
              <a:ext uri="{FF2B5EF4-FFF2-40B4-BE49-F238E27FC236}">
                <a16:creationId xmlns:a16="http://schemas.microsoft.com/office/drawing/2014/main" id="{7343C8FB-75B9-40D1-8568-6CFB4FB4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premium-row-dot-MAY-3">
            <a:extLst xmlns:a="http://schemas.openxmlformats.org/drawingml/2006/main">
              <a:ext uri="{FF2B5EF4-FFF2-40B4-BE49-F238E27FC236}">
                <a16:creationId xmlns:a16="http://schemas.microsoft.com/office/drawing/2014/main" id="{C5F65667-496A-4FA1-935D-87AEB954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premium-row-text-MAY-3">
            <a:extLst xmlns:a="http://schemas.openxmlformats.org/drawingml/2006/main">
              <a:ext uri="{FF2B5EF4-FFF2-40B4-BE49-F238E27FC236}">
                <a16:creationId xmlns:a16="http://schemas.microsoft.com/office/drawing/2014/main" id="{9F8D3434-B0F6-41FC-AC97-18690EE5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schema</a:t>
            </a:r>
          </a:p>
        </p:txBody>
      </p:sp>
      <p:sp>
        <p:nvSpPr>
          <p:cNvPr id="112" name="premium-card-JUN">
            <a:extLst xmlns:a="http://schemas.openxmlformats.org/drawingml/2006/main">
              <a:ext uri="{FF2B5EF4-FFF2-40B4-BE49-F238E27FC236}">
                <a16:creationId xmlns:a16="http://schemas.microsoft.com/office/drawing/2014/main" id="{DF925371-E1A7-478B-95AA-F1EC6C7A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60000"/>
              </a:srgbClr>
            </a:solidFill>
            <a:prstDash val="solid"/>
          </a:ln>
        </p:spPr>
      </p:sp>
      <p:sp>
        <p:nvSpPr>
          <p:cNvPr id="113" name="premium-card-accent-JUN">
            <a:extLst xmlns:a="http://schemas.openxmlformats.org/drawingml/2006/main">
              <a:ext uri="{FF2B5EF4-FFF2-40B4-BE49-F238E27FC236}">
                <a16:creationId xmlns:a16="http://schemas.microsoft.com/office/drawing/2014/main" id="{0D77AA30-EB19-4172-B54E-A2BD53C3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premium-row-bg-JUN-1">
            <a:extLst xmlns:a="http://schemas.openxmlformats.org/drawingml/2006/main">
              <a:ext uri="{FF2B5EF4-FFF2-40B4-BE49-F238E27FC236}">
                <a16:creationId xmlns:a16="http://schemas.microsoft.com/office/drawing/2014/main" id="{345CB6F9-7B5B-4A71-9E2B-B1850259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premium-row-dot-JUN-1">
            <a:extLst xmlns:a="http://schemas.openxmlformats.org/drawingml/2006/main">
              <a:ext uri="{FF2B5EF4-FFF2-40B4-BE49-F238E27FC236}">
                <a16:creationId xmlns:a16="http://schemas.microsoft.com/office/drawing/2014/main" id="{0168A5FF-2216-4981-90A7-824551F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premium-row-text-JUN-1">
            <a:extLst xmlns:a="http://schemas.openxmlformats.org/drawingml/2006/main">
              <a:ext uri="{FF2B5EF4-FFF2-40B4-BE49-F238E27FC236}">
                <a16:creationId xmlns:a16="http://schemas.microsoft.com/office/drawing/2014/main" id="{2CBDB0F5-8ED6-4EEE-B2D7-3C20662B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Compare view</a:t>
            </a:r>
          </a:p>
        </p:txBody>
      </p:sp>
      <p:sp>
        <p:nvSpPr>
          <p:cNvPr id="117" name="premium-row-bg-JUN-2">
            <a:extLst xmlns:a="http://schemas.openxmlformats.org/drawingml/2006/main">
              <a:ext uri="{FF2B5EF4-FFF2-40B4-BE49-F238E27FC236}">
                <a16:creationId xmlns:a16="http://schemas.microsoft.com/office/drawing/2014/main" id="{EA541793-A01C-4B6F-AE1C-E26F8B6A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premium-row-dot-JUN-2">
            <a:extLst xmlns:a="http://schemas.openxmlformats.org/drawingml/2006/main">
              <a:ext uri="{FF2B5EF4-FFF2-40B4-BE49-F238E27FC236}">
                <a16:creationId xmlns:a16="http://schemas.microsoft.com/office/drawing/2014/main" id="{959D4F88-59B4-4333-B876-6DAB34F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premium-row-text-JUN-2">
            <a:extLst xmlns:a="http://schemas.openxmlformats.org/drawingml/2006/main">
              <a:ext uri="{FF2B5EF4-FFF2-40B4-BE49-F238E27FC236}">
                <a16:creationId xmlns:a16="http://schemas.microsoft.com/office/drawing/2014/main" id="{00F49B70-B233-4520-AA64-D3F60694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Filters</a:t>
            </a:r>
          </a:p>
        </p:txBody>
      </p:sp>
      <p:sp>
        <p:nvSpPr>
          <p:cNvPr id="120" name="premium-row-bg-JUN-3">
            <a:extLst xmlns:a="http://schemas.openxmlformats.org/drawingml/2006/main">
              <a:ext uri="{FF2B5EF4-FFF2-40B4-BE49-F238E27FC236}">
                <a16:creationId xmlns:a16="http://schemas.microsoft.com/office/drawing/2014/main" id="{7ACF3AC4-E1BB-45F5-B99A-56B68117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premium-row-dot-JUN-3">
            <a:extLst xmlns:a="http://schemas.openxmlformats.org/drawingml/2006/main">
              <a:ext uri="{FF2B5EF4-FFF2-40B4-BE49-F238E27FC236}">
                <a16:creationId xmlns:a16="http://schemas.microsoft.com/office/drawing/2014/main" id="{9112B044-280F-4F98-B525-8E36243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premium-row-text-JUN-3">
            <a:extLst xmlns:a="http://schemas.openxmlformats.org/drawingml/2006/main">
              <a:ext uri="{FF2B5EF4-FFF2-40B4-BE49-F238E27FC236}">
                <a16:creationId xmlns:a16="http://schemas.microsoft.com/office/drawing/2014/main" id="{DF412B6F-FC0E-4E70-B7FE-510BDD82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Baseline diff</a:t>
            </a:r>
          </a:p>
        </p:txBody>
      </p:sp>
      <p:sp>
        <p:nvSpPr>
          <p:cNvPr id="123" name="premium-card-JUL">
            <a:extLst xmlns:a="http://schemas.openxmlformats.org/drawingml/2006/main">
              <a:ext uri="{FF2B5EF4-FFF2-40B4-BE49-F238E27FC236}">
                <a16:creationId xmlns:a16="http://schemas.microsoft.com/office/drawing/2014/main" id="{639F6FD3-91CC-49C1-8DA9-614E0FB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60000"/>
              </a:srgbClr>
            </a:solidFill>
            <a:prstDash val="solid"/>
          </a:ln>
        </p:spPr>
      </p:sp>
      <p:sp>
        <p:nvSpPr>
          <p:cNvPr id="124" name="premium-card-accent-JUL">
            <a:extLst xmlns:a="http://schemas.openxmlformats.org/drawingml/2006/main">
              <a:ext uri="{FF2B5EF4-FFF2-40B4-BE49-F238E27FC236}">
                <a16:creationId xmlns:a16="http://schemas.microsoft.com/office/drawing/2014/main" id="{9E42618E-84E8-45FC-9E6F-0C01CC09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premium-row-bg-JUL-1">
            <a:extLst xmlns:a="http://schemas.openxmlformats.org/drawingml/2006/main">
              <a:ext uri="{FF2B5EF4-FFF2-40B4-BE49-F238E27FC236}">
                <a16:creationId xmlns:a16="http://schemas.microsoft.com/office/drawing/2014/main" id="{13015758-2A3E-43CA-9A5D-E0ACA31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premium-row-dot-JUL-1">
            <a:extLst xmlns:a="http://schemas.openxmlformats.org/drawingml/2006/main">
              <a:ext uri="{FF2B5EF4-FFF2-40B4-BE49-F238E27FC236}">
                <a16:creationId xmlns:a16="http://schemas.microsoft.com/office/drawing/2014/main" id="{2B0E2BDE-0C73-412B-86AD-DB521890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premium-row-text-JUL-1">
            <a:extLst xmlns:a="http://schemas.openxmlformats.org/drawingml/2006/main">
              <a:ext uri="{FF2B5EF4-FFF2-40B4-BE49-F238E27FC236}">
                <a16:creationId xmlns:a16="http://schemas.microsoft.com/office/drawing/2014/main" id="{EA06D460-FC64-4D9F-9CA0-9A82A8B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Evidence view</a:t>
            </a:r>
          </a:p>
        </p:txBody>
      </p:sp>
      <p:sp>
        <p:nvSpPr>
          <p:cNvPr id="128" name="premium-row-bg-JUL-2">
            <a:extLst xmlns:a="http://schemas.openxmlformats.org/drawingml/2006/main">
              <a:ext uri="{FF2B5EF4-FFF2-40B4-BE49-F238E27FC236}">
                <a16:creationId xmlns:a16="http://schemas.microsoft.com/office/drawing/2014/main" id="{1F42ABD4-128D-44DD-AB57-BE489DC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premium-row-dot-JUL-2">
            <a:extLst xmlns:a="http://schemas.openxmlformats.org/drawingml/2006/main">
              <a:ext uri="{FF2B5EF4-FFF2-40B4-BE49-F238E27FC236}">
                <a16:creationId xmlns:a16="http://schemas.microsoft.com/office/drawing/2014/main" id="{83B18F28-3C4F-469D-9F9F-5246446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premium-row-text-JUL-2">
            <a:extLst xmlns:a="http://schemas.openxmlformats.org/drawingml/2006/main">
              <a:ext uri="{FF2B5EF4-FFF2-40B4-BE49-F238E27FC236}">
                <a16:creationId xmlns:a16="http://schemas.microsoft.com/office/drawing/2014/main" id="{A8EE79CD-32F1-4103-9EF3-92D75F81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Root causes</a:t>
            </a:r>
          </a:p>
        </p:txBody>
      </p:sp>
      <p:sp>
        <p:nvSpPr>
          <p:cNvPr id="131" name="premium-row-bg-JUL-3">
            <a:extLst xmlns:a="http://schemas.openxmlformats.org/drawingml/2006/main">
              <a:ext uri="{FF2B5EF4-FFF2-40B4-BE49-F238E27FC236}">
                <a16:creationId xmlns:a16="http://schemas.microsoft.com/office/drawing/2014/main" id="{B1BB1668-D57E-46EB-87BF-9EBB448C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premium-row-dot-JUL-3">
            <a:extLst xmlns:a="http://schemas.openxmlformats.org/drawingml/2006/main">
              <a:ext uri="{FF2B5EF4-FFF2-40B4-BE49-F238E27FC236}">
                <a16:creationId xmlns:a16="http://schemas.microsoft.com/office/drawing/2014/main" id="{3D2883A5-FD3A-476C-BA7D-8D115E24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3" name="premium-row-text-JUL-3">
            <a:extLst xmlns:a="http://schemas.openxmlformats.org/drawingml/2006/main">
              <a:ext uri="{FF2B5EF4-FFF2-40B4-BE49-F238E27FC236}">
                <a16:creationId xmlns:a16="http://schemas.microsoft.com/office/drawing/2014/main" id="{E0C01CCF-5A82-4AE2-BEF6-70BE41F7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Failure groups</a:t>
            </a:r>
          </a:p>
        </p:txBody>
      </p:sp>
      <p:sp>
        <p:nvSpPr>
          <p:cNvPr id="134" name="premium-card-AUG">
            <a:extLst xmlns:a="http://schemas.openxmlformats.org/drawingml/2006/main">
              <a:ext uri="{FF2B5EF4-FFF2-40B4-BE49-F238E27FC236}">
                <a16:creationId xmlns:a16="http://schemas.microsoft.com/office/drawing/2014/main" id="{C9381B79-C7D6-41EE-B0A5-3D438C99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135" name="premium-card-accent-AUG">
            <a:extLst xmlns:a="http://schemas.openxmlformats.org/drawingml/2006/main">
              <a:ext uri="{FF2B5EF4-FFF2-40B4-BE49-F238E27FC236}">
                <a16:creationId xmlns:a16="http://schemas.microsoft.com/office/drawing/2014/main" id="{23269310-718B-4D6D-B4F2-1B1F031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6" name="premium-row-bg-AUG-1">
            <a:extLst xmlns:a="http://schemas.openxmlformats.org/drawingml/2006/main">
              <a:ext uri="{FF2B5EF4-FFF2-40B4-BE49-F238E27FC236}">
                <a16:creationId xmlns:a16="http://schemas.microsoft.com/office/drawing/2014/main" id="{A1434E25-B1E0-4DB2-8316-6BB6723E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premium-row-dot-AUG-1">
            <a:extLst xmlns:a="http://schemas.openxmlformats.org/drawingml/2006/main">
              <a:ext uri="{FF2B5EF4-FFF2-40B4-BE49-F238E27FC236}">
                <a16:creationId xmlns:a16="http://schemas.microsoft.com/office/drawing/2014/main" id="{80751091-6A2F-420F-A3D5-0F34320F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8" name="premium-row-text-AUG-1">
            <a:extLst xmlns:a="http://schemas.openxmlformats.org/drawingml/2006/main">
              <a:ext uri="{FF2B5EF4-FFF2-40B4-BE49-F238E27FC236}">
                <a16:creationId xmlns:a16="http://schemas.microsoft.com/office/drawing/2014/main" id="{D3AF0282-A193-4BAA-93A9-81BBC9B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queues</a:t>
            </a:r>
          </a:p>
        </p:txBody>
      </p:sp>
      <p:sp>
        <p:nvSpPr>
          <p:cNvPr id="139" name="premium-row-bg-AUG-2">
            <a:extLst xmlns:a="http://schemas.openxmlformats.org/drawingml/2006/main">
              <a:ext uri="{FF2B5EF4-FFF2-40B4-BE49-F238E27FC236}">
                <a16:creationId xmlns:a16="http://schemas.microsoft.com/office/drawing/2014/main" id="{D26FD30E-76AA-46EE-9FE0-432C9BA9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premium-row-dot-AUG-2">
            <a:extLst xmlns:a="http://schemas.openxmlformats.org/drawingml/2006/main">
              <a:ext uri="{FF2B5EF4-FFF2-40B4-BE49-F238E27FC236}">
                <a16:creationId xmlns:a16="http://schemas.microsoft.com/office/drawing/2014/main" id="{DA57D9F7-9091-4AE6-A4ED-0317835C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1" name="premium-row-text-AUG-2">
            <a:extLst xmlns:a="http://schemas.openxmlformats.org/drawingml/2006/main">
              <a:ext uri="{FF2B5EF4-FFF2-40B4-BE49-F238E27FC236}">
                <a16:creationId xmlns:a16="http://schemas.microsoft.com/office/drawing/2014/main" id="{4714797E-691D-4D7A-83D7-AF63DA36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Annotations</a:t>
            </a:r>
          </a:p>
        </p:txBody>
      </p:sp>
      <p:sp>
        <p:nvSpPr>
          <p:cNvPr id="142" name="premium-row-bg-AUG-3">
            <a:extLst xmlns:a="http://schemas.openxmlformats.org/drawingml/2006/main">
              <a:ext uri="{FF2B5EF4-FFF2-40B4-BE49-F238E27FC236}">
                <a16:creationId xmlns:a16="http://schemas.microsoft.com/office/drawing/2014/main" id="{DFA6B801-0B13-47D1-ABF8-BF60D39D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premium-row-dot-AUG-3">
            <a:extLst xmlns:a="http://schemas.openxmlformats.org/drawingml/2006/main">
              <a:ext uri="{FF2B5EF4-FFF2-40B4-BE49-F238E27FC236}">
                <a16:creationId xmlns:a16="http://schemas.microsoft.com/office/drawing/2014/main" id="{2011F2D4-1313-4552-8743-532C084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premium-row-text-AUG-3">
            <a:extLst xmlns:a="http://schemas.openxmlformats.org/drawingml/2006/main">
              <a:ext uri="{FF2B5EF4-FFF2-40B4-BE49-F238E27FC236}">
                <a16:creationId xmlns:a16="http://schemas.microsoft.com/office/drawing/2014/main" id="{96C9B7CB-C6A4-43A7-94E1-D80F13B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Export changes</a:t>
            </a:r>
          </a:p>
        </p:txBody>
      </p:sp>
      <p:sp>
        <p:nvSpPr>
          <p:cNvPr id="145" name="premium-card-SEP">
            <a:extLst xmlns:a="http://schemas.openxmlformats.org/drawingml/2006/main">
              <a:ext uri="{FF2B5EF4-FFF2-40B4-BE49-F238E27FC236}">
                <a16:creationId xmlns:a16="http://schemas.microsoft.com/office/drawing/2014/main" id="{B3DE7B25-5385-4C17-B84C-0EC432A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46" name="premium-card-accent-SEP">
            <a:extLst xmlns:a="http://schemas.openxmlformats.org/drawingml/2006/main">
              <a:ext uri="{FF2B5EF4-FFF2-40B4-BE49-F238E27FC236}">
                <a16:creationId xmlns:a16="http://schemas.microsoft.com/office/drawing/2014/main" id="{817E8D2E-76F0-4187-8DF9-0F83BC8D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premium-row-bg-SEP-1">
            <a:extLst xmlns:a="http://schemas.openxmlformats.org/drawingml/2006/main">
              <a:ext uri="{FF2B5EF4-FFF2-40B4-BE49-F238E27FC236}">
                <a16:creationId xmlns:a16="http://schemas.microsoft.com/office/drawing/2014/main" id="{6E98FFE2-25C6-4F30-926F-1B159019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premium-row-dot-SEP-1">
            <a:extLst xmlns:a="http://schemas.openxmlformats.org/drawingml/2006/main">
              <a:ext uri="{FF2B5EF4-FFF2-40B4-BE49-F238E27FC236}">
                <a16:creationId xmlns:a16="http://schemas.microsoft.com/office/drawing/2014/main" id="{7967C345-4A06-4631-AB0E-3E87951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premium-row-text-SEP-1">
            <a:extLst xmlns:a="http://schemas.openxmlformats.org/drawingml/2006/main">
              <a:ext uri="{FF2B5EF4-FFF2-40B4-BE49-F238E27FC236}">
                <a16:creationId xmlns:a16="http://schemas.microsoft.com/office/drawing/2014/main" id="{EDFC21C9-6AF0-4D45-A7DF-78B413C0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Projects</a:t>
            </a:r>
          </a:p>
        </p:txBody>
      </p:sp>
      <p:sp>
        <p:nvSpPr>
          <p:cNvPr id="150" name="premium-row-bg-SEP-2">
            <a:extLst xmlns:a="http://schemas.openxmlformats.org/drawingml/2006/main">
              <a:ext uri="{FF2B5EF4-FFF2-40B4-BE49-F238E27FC236}">
                <a16:creationId xmlns:a16="http://schemas.microsoft.com/office/drawing/2014/main" id="{15715281-795F-4182-9376-A6D82561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premium-row-dot-SEP-2">
            <a:extLst xmlns:a="http://schemas.openxmlformats.org/drawingml/2006/main">
              <a:ext uri="{FF2B5EF4-FFF2-40B4-BE49-F238E27FC236}">
                <a16:creationId xmlns:a16="http://schemas.microsoft.com/office/drawing/2014/main" id="{E590AADD-2A49-472B-95B3-F14B41B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premium-row-text-SEP-2">
            <a:extLst xmlns:a="http://schemas.openxmlformats.org/drawingml/2006/main">
              <a:ext uri="{FF2B5EF4-FFF2-40B4-BE49-F238E27FC236}">
                <a16:creationId xmlns:a16="http://schemas.microsoft.com/office/drawing/2014/main" id="{FBAF3E44-1C70-4D67-BDB2-EB256A1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RBAC</a:t>
            </a:r>
          </a:p>
        </p:txBody>
      </p:sp>
      <p:sp>
        <p:nvSpPr>
          <p:cNvPr id="153" name="premium-row-bg-SEP-3">
            <a:extLst xmlns:a="http://schemas.openxmlformats.org/drawingml/2006/main">
              <a:ext uri="{FF2B5EF4-FFF2-40B4-BE49-F238E27FC236}">
                <a16:creationId xmlns:a16="http://schemas.microsoft.com/office/drawing/2014/main" id="{F833BB90-3BA1-47F0-BC40-E0D61D73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premium-row-dot-SEP-3">
            <a:extLst xmlns:a="http://schemas.openxmlformats.org/drawingml/2006/main">
              <a:ext uri="{FF2B5EF4-FFF2-40B4-BE49-F238E27FC236}">
                <a16:creationId xmlns:a16="http://schemas.microsoft.com/office/drawing/2014/main" id="{ADA08BF8-DB12-4342-A0EF-0F7D4AC2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premium-row-text-SEP-3">
            <a:extLst xmlns:a="http://schemas.openxmlformats.org/drawingml/2006/main">
              <a:ext uri="{FF2B5EF4-FFF2-40B4-BE49-F238E27FC236}">
                <a16:creationId xmlns:a16="http://schemas.microsoft.com/office/drawing/2014/main" id="{48CDF30E-F4A3-427B-8D6C-7929CF16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Shared dashboards</a:t>
            </a:r>
          </a:p>
        </p:txBody>
      </p:sp>
      <p:sp>
        <p:nvSpPr>
          <p:cNvPr id="156" name="premium-card-OCT">
            <a:extLst xmlns:a="http://schemas.openxmlformats.org/drawingml/2006/main">
              <a:ext uri="{FF2B5EF4-FFF2-40B4-BE49-F238E27FC236}">
                <a16:creationId xmlns:a16="http://schemas.microsoft.com/office/drawing/2014/main" id="{BA100588-40F7-48FA-8DCD-006E142A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60000"/>
              </a:srgbClr>
            </a:solidFill>
            <a:prstDash val="solid"/>
          </a:ln>
        </p:spPr>
      </p:sp>
      <p:sp>
        <p:nvSpPr>
          <p:cNvPr id="157" name="premium-card-accent-OCT">
            <a:extLst xmlns:a="http://schemas.openxmlformats.org/drawingml/2006/main">
              <a:ext uri="{FF2B5EF4-FFF2-40B4-BE49-F238E27FC236}">
                <a16:creationId xmlns:a16="http://schemas.microsoft.com/office/drawing/2014/main" id="{2C375B0C-6EAC-4065-88C2-538DE0D9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premium-row-bg-OCT-1">
            <a:extLst xmlns:a="http://schemas.openxmlformats.org/drawingml/2006/main">
              <a:ext uri="{FF2B5EF4-FFF2-40B4-BE49-F238E27FC236}">
                <a16:creationId xmlns:a16="http://schemas.microsoft.com/office/drawing/2014/main" id="{E23F48F4-F035-450C-8708-5681AAA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premium-row-dot-OCT-1">
            <a:extLst xmlns:a="http://schemas.openxmlformats.org/drawingml/2006/main">
              <a:ext uri="{FF2B5EF4-FFF2-40B4-BE49-F238E27FC236}">
                <a16:creationId xmlns:a16="http://schemas.microsoft.com/office/drawing/2014/main" id="{4B443EE0-1752-49F2-9A13-2A41C54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premium-row-text-OCT-1">
            <a:extLst xmlns:a="http://schemas.openxmlformats.org/drawingml/2006/main">
              <a:ext uri="{FF2B5EF4-FFF2-40B4-BE49-F238E27FC236}">
                <a16:creationId xmlns:a16="http://schemas.microsoft.com/office/drawing/2014/main" id="{22A2DC82-941F-4325-B894-564BAB0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Langfuse import</a:t>
            </a:r>
          </a:p>
        </p:txBody>
      </p:sp>
      <p:sp>
        <p:nvSpPr>
          <p:cNvPr id="161" name="premium-row-bg-OCT-2">
            <a:extLst xmlns:a="http://schemas.openxmlformats.org/drawingml/2006/main">
              <a:ext uri="{FF2B5EF4-FFF2-40B4-BE49-F238E27FC236}">
                <a16:creationId xmlns:a16="http://schemas.microsoft.com/office/drawing/2014/main" id="{F5A26E6C-4ECE-4F3E-94C9-308960D1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premium-row-dot-OCT-2">
            <a:extLst xmlns:a="http://schemas.openxmlformats.org/drawingml/2006/main">
              <a:ext uri="{FF2B5EF4-FFF2-40B4-BE49-F238E27FC236}">
                <a16:creationId xmlns:a16="http://schemas.microsoft.com/office/drawing/2014/main" id="{4658B674-F9ED-4822-9D48-65F5E3D6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premium-row-text-OCT-2">
            <a:extLst xmlns:a="http://schemas.openxmlformats.org/drawingml/2006/main">
              <a:ext uri="{FF2B5EF4-FFF2-40B4-BE49-F238E27FC236}">
                <a16:creationId xmlns:a16="http://schemas.microsoft.com/office/drawing/2014/main" id="{62295C4B-6E46-4DC7-A2C2-D59E575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Trace sync</a:t>
            </a:r>
          </a:p>
        </p:txBody>
      </p:sp>
      <p:sp>
        <p:nvSpPr>
          <p:cNvPr id="164" name="premium-row-bg-OCT-3">
            <a:extLst xmlns:a="http://schemas.openxmlformats.org/drawingml/2006/main">
              <a:ext uri="{FF2B5EF4-FFF2-40B4-BE49-F238E27FC236}">
                <a16:creationId xmlns:a16="http://schemas.microsoft.com/office/drawing/2014/main" id="{FC2B0DEA-2377-4627-BD41-48BCE2E3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premium-row-dot-OCT-3">
            <a:extLst xmlns:a="http://schemas.openxmlformats.org/drawingml/2006/main">
              <a:ext uri="{FF2B5EF4-FFF2-40B4-BE49-F238E27FC236}">
                <a16:creationId xmlns:a16="http://schemas.microsoft.com/office/drawing/2014/main" id="{B2DFE073-3E0A-4CD5-8872-5A2F616F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premium-row-text-OCT-3">
            <a:extLst xmlns:a="http://schemas.openxmlformats.org/drawingml/2006/main">
              <a:ext uri="{FF2B5EF4-FFF2-40B4-BE49-F238E27FC236}">
                <a16:creationId xmlns:a16="http://schemas.microsoft.com/office/drawing/2014/main" id="{5E2EF614-D434-45ED-A016-69429E2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Context mapping</a:t>
            </a:r>
          </a:p>
        </p:txBody>
      </p:sp>
      <p:sp>
        <p:nvSpPr>
          <p:cNvPr id="167" name="premium-card-NOV">
            <a:extLst xmlns:a="http://schemas.openxmlformats.org/drawingml/2006/main">
              <a:ext uri="{FF2B5EF4-FFF2-40B4-BE49-F238E27FC236}">
                <a16:creationId xmlns:a16="http://schemas.microsoft.com/office/drawing/2014/main" id="{2F042748-1F98-4786-8474-FFA7EE0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68" name="premium-card-accent-NOV">
            <a:extLst xmlns:a="http://schemas.openxmlformats.org/drawingml/2006/main">
              <a:ext uri="{FF2B5EF4-FFF2-40B4-BE49-F238E27FC236}">
                <a16:creationId xmlns:a16="http://schemas.microsoft.com/office/drawing/2014/main" id="{5DF304AD-4CA1-47D8-8FCC-A7CCE020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premium-row-bg-NOV-1">
            <a:extLst xmlns:a="http://schemas.openxmlformats.org/drawingml/2006/main">
              <a:ext uri="{FF2B5EF4-FFF2-40B4-BE49-F238E27FC236}">
                <a16:creationId xmlns:a16="http://schemas.microsoft.com/office/drawing/2014/main" id="{65830A0E-B276-47BC-9A96-929D171D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premium-row-dot-NOV-1">
            <a:extLst xmlns:a="http://schemas.openxmlformats.org/drawingml/2006/main">
              <a:ext uri="{FF2B5EF4-FFF2-40B4-BE49-F238E27FC236}">
                <a16:creationId xmlns:a16="http://schemas.microsoft.com/office/drawing/2014/main" id="{5155195B-37B3-4A73-963D-4A54F58F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premium-row-text-NOV-1">
            <a:extLst xmlns:a="http://schemas.openxmlformats.org/drawingml/2006/main">
              <a:ext uri="{FF2B5EF4-FFF2-40B4-BE49-F238E27FC236}">
                <a16:creationId xmlns:a16="http://schemas.microsoft.com/office/drawing/2014/main" id="{29766623-149E-42CB-AED7-8637365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Config check</a:t>
            </a:r>
          </a:p>
        </p:txBody>
      </p:sp>
      <p:sp>
        <p:nvSpPr>
          <p:cNvPr id="172" name="premium-row-bg-NOV-2">
            <a:extLst xmlns:a="http://schemas.openxmlformats.org/drawingml/2006/main">
              <a:ext uri="{FF2B5EF4-FFF2-40B4-BE49-F238E27FC236}">
                <a16:creationId xmlns:a16="http://schemas.microsoft.com/office/drawing/2014/main" id="{13C845DA-81A8-4603-A99E-C3F2D96D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premium-row-dot-NOV-2">
            <a:extLst xmlns:a="http://schemas.openxmlformats.org/drawingml/2006/main">
              <a:ext uri="{FF2B5EF4-FFF2-40B4-BE49-F238E27FC236}">
                <a16:creationId xmlns:a16="http://schemas.microsoft.com/office/drawing/2014/main" id="{FB240CFF-DFDE-4C75-8438-44043F77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premium-row-text-NOV-2">
            <a:extLst xmlns:a="http://schemas.openxmlformats.org/drawingml/2006/main">
              <a:ext uri="{FF2B5EF4-FFF2-40B4-BE49-F238E27FC236}">
                <a16:creationId xmlns:a16="http://schemas.microsoft.com/office/drawing/2014/main" id="{00186E3B-9C3D-4A20-84E6-1EE380DC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JSON reports</a:t>
            </a:r>
          </a:p>
        </p:txBody>
      </p:sp>
      <p:sp>
        <p:nvSpPr>
          <p:cNvPr id="175" name="premium-row-bg-NOV-3">
            <a:extLst xmlns:a="http://schemas.openxmlformats.org/drawingml/2006/main">
              <a:ext uri="{FF2B5EF4-FFF2-40B4-BE49-F238E27FC236}">
                <a16:creationId xmlns:a16="http://schemas.microsoft.com/office/drawing/2014/main" id="{50ADC6E9-85C6-48D2-BBE6-369A33E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premium-row-dot-NOV-3">
            <a:extLst xmlns:a="http://schemas.openxmlformats.org/drawingml/2006/main">
              <a:ext uri="{FF2B5EF4-FFF2-40B4-BE49-F238E27FC236}">
                <a16:creationId xmlns:a16="http://schemas.microsoft.com/office/drawing/2014/main" id="{7EEDF6F3-D965-49CD-A18A-6C9409CB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premium-row-text-NOV-3">
            <a:extLst xmlns:a="http://schemas.openxmlformats.org/drawingml/2006/main">
              <a:ext uri="{FF2B5EF4-FFF2-40B4-BE49-F238E27FC236}">
                <a16:creationId xmlns:a16="http://schemas.microsoft.com/office/drawing/2014/main" id="{16FFE8EA-FD39-4416-98AF-EE095E23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Retry flows</a:t>
            </a:r>
          </a:p>
        </p:txBody>
      </p:sp>
      <p:sp>
        <p:nvSpPr>
          <p:cNvPr id="178" name="premium-card-DEC">
            <a:extLst xmlns:a="http://schemas.openxmlformats.org/drawingml/2006/main">
              <a:ext uri="{FF2B5EF4-FFF2-40B4-BE49-F238E27FC236}">
                <a16:creationId xmlns:a16="http://schemas.microsoft.com/office/drawing/2014/main" id="{044D1327-F91B-4E51-9224-3CE44B99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8150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79" name="premium-card-accent-DEC">
            <a:extLst xmlns:a="http://schemas.openxmlformats.org/drawingml/2006/main">
              <a:ext uri="{FF2B5EF4-FFF2-40B4-BE49-F238E27FC236}">
                <a16:creationId xmlns:a16="http://schemas.microsoft.com/office/drawing/2014/main" id="{75CF9E9F-EF9B-4E33-9D60-853A684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81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0" name="premium-row-bg-DEC-1">
            <a:extLst xmlns:a="http://schemas.openxmlformats.org/drawingml/2006/main">
              <a:ext uri="{FF2B5EF4-FFF2-40B4-BE49-F238E27FC236}">
                <a16:creationId xmlns:a16="http://schemas.microsoft.com/office/drawing/2014/main" id="{8AC18C1B-A047-4D7D-8362-DC357628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053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1" name="premium-row-dot-DEC-1">
            <a:extLst xmlns:a="http://schemas.openxmlformats.org/drawingml/2006/main">
              <a:ext uri="{FF2B5EF4-FFF2-40B4-BE49-F238E27FC236}">
                <a16:creationId xmlns:a16="http://schemas.microsoft.com/office/drawing/2014/main" id="{6AE14149-32F8-4AC3-8402-9C286CCD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premium-row-text-DEC-1">
            <a:extLst xmlns:a="http://schemas.openxmlformats.org/drawingml/2006/main">
              <a:ext uri="{FF2B5EF4-FFF2-40B4-BE49-F238E27FC236}">
                <a16:creationId xmlns:a16="http://schemas.microsoft.com/office/drawing/2014/main" id="{785BAACC-DBD3-45ED-BCFE-D242E81D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52437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Org admin</a:t>
            </a:r>
          </a:p>
        </p:txBody>
      </p:sp>
      <p:sp>
        <p:nvSpPr>
          <p:cNvPr id="183" name="premium-row-bg-DEC-2">
            <a:extLst xmlns:a="http://schemas.openxmlformats.org/drawingml/2006/main">
              <a:ext uri="{FF2B5EF4-FFF2-40B4-BE49-F238E27FC236}">
                <a16:creationId xmlns:a16="http://schemas.microsoft.com/office/drawing/2014/main" id="{A44DBE95-7039-4B50-A7F1-7B1DDB4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743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premium-row-dot-DEC-2">
            <a:extLst xmlns:a="http://schemas.openxmlformats.org/drawingml/2006/main">
              <a:ext uri="{FF2B5EF4-FFF2-40B4-BE49-F238E27FC236}">
                <a16:creationId xmlns:a16="http://schemas.microsoft.com/office/drawing/2014/main" id="{3457E392-E22D-49CE-9600-62AF1ED3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premium-row-text-DEC-2">
            <a:extLst xmlns:a="http://schemas.openxmlformats.org/drawingml/2006/main">
              <a:ext uri="{FF2B5EF4-FFF2-40B4-BE49-F238E27FC236}">
                <a16:creationId xmlns:a16="http://schemas.microsoft.com/office/drawing/2014/main" id="{508D1951-7D29-48AD-9F73-118AFB1E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7625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86" name="premium-row-bg-DEC-3">
            <a:extLst xmlns:a="http://schemas.openxmlformats.org/drawingml/2006/main">
              <a:ext uri="{FF2B5EF4-FFF2-40B4-BE49-F238E27FC236}">
                <a16:creationId xmlns:a16="http://schemas.microsoft.com/office/drawing/2014/main" id="{5233DACE-080A-4522-BF66-B21505F1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9815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7" name="premium-row-dot-DEC-3">
            <a:extLst xmlns:a="http://schemas.openxmlformats.org/drawingml/2006/main">
              <a:ext uri="{FF2B5EF4-FFF2-40B4-BE49-F238E27FC236}">
                <a16:creationId xmlns:a16="http://schemas.microsoft.com/office/drawing/2014/main" id="{A05A13E2-8105-4B1A-B311-4BACA826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8" name="premium-row-text-DEC-3">
            <a:extLst xmlns:a="http://schemas.openxmlformats.org/drawingml/2006/main">
              <a:ext uri="{FF2B5EF4-FFF2-40B4-BE49-F238E27FC236}">
                <a16:creationId xmlns:a16="http://schemas.microsoft.com/office/drawing/2014/main" id="{360E9CD8-DAA9-4675-8E6A-607C84AE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0006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Rollout</a:t>
            </a:r>
          </a:p>
        </p:txBody>
      </p:sp>
      <p:sp>
        <p:nvSpPr>
          <p:cNvPr id="191" name="scope-pill">
            <a:extLst xmlns:a="http://schemas.openxmlformats.org/drawingml/2006/main">
              <a:ext uri="{FF2B5EF4-FFF2-40B4-BE49-F238E27FC236}">
                <a16:creationId xmlns:a16="http://schemas.microsoft.com/office/drawing/2014/main" id="{A0BD68C0-830D-472E-B000-7B04FB45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9575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2A"/>
          </a:solidFill>
          <a:ln xmlns:a="http://schemas.openxmlformats.org/drawingml/2006/main" w="9525">
            <a:solidFill>
              <a:srgbClr val="00D4AA">
                <a:alpha val="50196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MAY-DEC 2026</a:t>
            </a:r>
          </a:p>
        </p:txBody>
      </p:sp>
      <p:sp>
        <p:nvSpPr>
          <p:cNvPr id="192" name="scope-label">
            <a:extLst xmlns:a="http://schemas.openxmlformats.org/drawingml/2006/main">
              <a:ext uri="{FF2B5EF4-FFF2-40B4-BE49-F238E27FC236}">
                <a16:creationId xmlns:a16="http://schemas.microsoft.com/office/drawing/2014/main" id="{03F6113F-2FDE-45A0-96FC-2AE13BDC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02870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F6F82"/>
                </a:solidFill>
              </a:defRPr>
            </a:pPr>
            <a:r>
              <a:rPr sz="788" b="1">
                <a:solidFill>
                  <a:srgbClr val="6F6F82"/>
                </a:solidFill>
                <a:latin typeface="Aptos Mono"/>
                <a:ea typeface="Aptos Mono"/>
                <a:cs typeface="Aptos Mono"/>
              </a:rPr>
              <a:t>Roadmap scope</a:t>
            </a:r>
          </a:p>
        </p:txBody>
      </p:sp>
      <p:sp>
        <p:nvSpPr>
          <p:cNvPr id="193" name="scope-metric-1">
            <a:extLst xmlns:a="http://schemas.openxmlformats.org/drawingml/2006/main">
              <a:ext uri="{FF2B5EF4-FFF2-40B4-BE49-F238E27FC236}">
                <a16:creationId xmlns:a16="http://schemas.microsoft.com/office/drawing/2014/main" id="{A8C193DA-CDDC-46DD-B68B-C42671D0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95400"/>
            <a:ext cx="6286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94" name="scope-metric-value-1">
            <a:extLst xmlns:a="http://schemas.openxmlformats.org/drawingml/2006/main">
              <a:ext uri="{FF2B5EF4-FFF2-40B4-BE49-F238E27FC236}">
                <a16:creationId xmlns:a16="http://schemas.microsoft.com/office/drawing/2014/main" id="{31ED0432-6C40-41DB-A71B-FB274791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3335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EDF0"/>
                </a:solidFill>
              </a:defRPr>
            </a:pPr>
            <a:r>
              <a:rPr sz="1350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8</a:t>
            </a:r>
          </a:p>
        </p:txBody>
      </p:sp>
      <p:sp>
        <p:nvSpPr>
          <p:cNvPr id="195" name="scope-metric-label-1">
            <a:extLst xmlns:a="http://schemas.openxmlformats.org/drawingml/2006/main">
              <a:ext uri="{FF2B5EF4-FFF2-40B4-BE49-F238E27FC236}">
                <a16:creationId xmlns:a16="http://schemas.microsoft.com/office/drawing/2014/main" id="{B67F6A97-4ABB-4CED-B934-30D72DFA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6210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A8A8BA"/>
                </a:solidFill>
              </a:defRPr>
            </a:pPr>
            <a:r>
              <a:rPr sz="585" b="1">
                <a:solidFill>
                  <a:srgbClr val="A8A8BA"/>
                </a:solidFill>
                <a:latin typeface="Aptos Mono"/>
                <a:ea typeface="Aptos Mono"/>
                <a:cs typeface="Aptos Mono"/>
              </a:rPr>
              <a:t>months</a:t>
            </a:r>
          </a:p>
        </p:txBody>
      </p:sp>
      <p:sp>
        <p:nvSpPr>
          <p:cNvPr id="196" name="scope-metric-2">
            <a:extLst xmlns:a="http://schemas.openxmlformats.org/drawingml/2006/main">
              <a:ext uri="{FF2B5EF4-FFF2-40B4-BE49-F238E27FC236}">
                <a16:creationId xmlns:a16="http://schemas.microsoft.com/office/drawing/2014/main" id="{8EB14F65-986E-4483-B51E-05B8B3C4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295400"/>
            <a:ext cx="6286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197" name="scope-metric-value-2">
            <a:extLst xmlns:a="http://schemas.openxmlformats.org/drawingml/2006/main">
              <a:ext uri="{FF2B5EF4-FFF2-40B4-BE49-F238E27FC236}">
                <a16:creationId xmlns:a16="http://schemas.microsoft.com/office/drawing/2014/main" id="{DAB19604-46FE-4550-8F2E-03ACD3A4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335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EDF0"/>
                </a:solidFill>
              </a:defRPr>
            </a:pPr>
            <a:r>
              <a:rPr sz="1350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24</a:t>
            </a:r>
          </a:p>
        </p:txBody>
      </p:sp>
      <p:sp>
        <p:nvSpPr>
          <p:cNvPr id="198" name="scope-metric-label-2">
            <a:extLst xmlns:a="http://schemas.openxmlformats.org/drawingml/2006/main">
              <a:ext uri="{FF2B5EF4-FFF2-40B4-BE49-F238E27FC236}">
                <a16:creationId xmlns:a16="http://schemas.microsoft.com/office/drawing/2014/main" id="{65FC77F9-3316-40EE-B44F-80A12881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6210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A8A8BA"/>
                </a:solidFill>
              </a:defRPr>
            </a:pPr>
            <a:r>
              <a:rPr sz="585" b="1">
                <a:solidFill>
                  <a:srgbClr val="A8A8BA"/>
                </a:solidFill>
                <a:latin typeface="Aptos Mono"/>
                <a:ea typeface="Aptos Mono"/>
                <a:cs typeface="Aptos Mono"/>
              </a:rPr>
              <a:t>milestones</a:t>
            </a:r>
          </a:p>
        </p:txBody>
      </p:sp>
      <p:sp>
        <p:nvSpPr>
          <p:cNvPr id="199" name="scope-metric-3">
            <a:extLst xmlns:a="http://schemas.openxmlformats.org/drawingml/2006/main">
              <a:ext uri="{FF2B5EF4-FFF2-40B4-BE49-F238E27FC236}">
                <a16:creationId xmlns:a16="http://schemas.microsoft.com/office/drawing/2014/main" id="{85D3E0E2-FB3D-45A7-BC23-4A0DF0FE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295400"/>
            <a:ext cx="6286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FFFFF">
                <a:alpha val="8627"/>
              </a:srgbClr>
            </a:solidFill>
            <a:prstDash val="solid"/>
          </a:ln>
        </p:spPr>
      </p:sp>
      <p:sp>
        <p:nvSpPr>
          <p:cNvPr id="200" name="scope-metric-value-3">
            <a:extLst xmlns:a="http://schemas.openxmlformats.org/drawingml/2006/main">
              <a:ext uri="{FF2B5EF4-FFF2-40B4-BE49-F238E27FC236}">
                <a16:creationId xmlns:a16="http://schemas.microsoft.com/office/drawing/2014/main" id="{DE48AFD0-1F83-4DF0-9EDD-4D4A2214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333500"/>
            <a:ext cx="628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DEDF0"/>
                </a:solidFill>
              </a:defRPr>
            </a:pPr>
            <a:r>
              <a:rPr sz="1350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01" name="scope-metric-label-3">
            <a:extLst xmlns:a="http://schemas.openxmlformats.org/drawingml/2006/main">
              <a:ext uri="{FF2B5EF4-FFF2-40B4-BE49-F238E27FC236}">
                <a16:creationId xmlns:a16="http://schemas.microsoft.com/office/drawing/2014/main" id="{9E0183A4-C6C1-4480-9982-29365386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562100"/>
            <a:ext cx="628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85" b="1">
                <a:solidFill>
                  <a:srgbClr val="A8A8BA"/>
                </a:solidFill>
              </a:defRPr>
            </a:pPr>
            <a:r>
              <a:rPr sz="585" b="1">
                <a:solidFill>
                  <a:srgbClr val="A8A8BA"/>
                </a:solidFill>
                <a:latin typeface="Aptos Mono"/>
                <a:ea typeface="Aptos Mono"/>
                <a:cs typeface="Aptos Mono"/>
              </a:rPr>
              <a:t>swimlane</a:t>
            </a:r>
          </a:p>
        </p:txBody>
      </p:sp>
      <p:sp>
        <p:nvSpPr>
          <p:cNvPr id="202" name="roadmap-band-label">
            <a:extLst xmlns:a="http://schemas.openxmlformats.org/drawingml/2006/main">
              <a:ext uri="{FF2B5EF4-FFF2-40B4-BE49-F238E27FC236}">
                <a16:creationId xmlns:a16="http://schemas.microsoft.com/office/drawing/2014/main" id="{4B215E66-8AAA-4036-A6EE-DF723AE3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05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MONTHLY MILESTONES</a:t>
            </a:r>
          </a:p>
        </p:txBody>
      </p:sp>
      <p:sp>
        <p:nvSpPr>
          <p:cNvPr id="203" name="roadmap-band-rule">
            <a:extLst xmlns:a="http://schemas.openxmlformats.org/drawingml/2006/main">
              <a:ext uri="{FF2B5EF4-FFF2-40B4-BE49-F238E27FC236}">
                <a16:creationId xmlns:a16="http://schemas.microsoft.com/office/drawing/2014/main" id="{0AFD2574-DE01-42A3-9CF5-E7F584AA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90775"/>
            <a:ext cx="95821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4" name="roadmap-outer-frame">
            <a:extLst xmlns:a="http://schemas.openxmlformats.org/drawingml/2006/main">
              <a:ext uri="{FF2B5EF4-FFF2-40B4-BE49-F238E27FC236}">
                <a16:creationId xmlns:a16="http://schemas.microsoft.com/office/drawing/2014/main" id="{BF14AFAC-23A4-4EF6-9DAB-993DA90E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33650"/>
            <a:ext cx="1150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FFFFF">
                <a:alpha val="7843"/>
              </a:srgbClr>
            </a:solidFill>
            <a:prstDash val="solid"/>
          </a:ln>
        </p:spPr>
      </p:sp>
      <p:sp>
        <p:nvSpPr>
          <p:cNvPr id="205" name="legend-done-dot">
            <a:extLst xmlns:a="http://schemas.openxmlformats.org/drawingml/2006/main">
              <a:ext uri="{FF2B5EF4-FFF2-40B4-BE49-F238E27FC236}">
                <a16:creationId xmlns:a16="http://schemas.microsoft.com/office/drawing/2014/main" id="{8BCE618C-3EAA-463A-A17B-FC884E1A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95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6" name="legend-done-label">
            <a:extLst xmlns:a="http://schemas.openxmlformats.org/drawingml/2006/main">
              <a:ext uri="{FF2B5EF4-FFF2-40B4-BE49-F238E27FC236}">
                <a16:creationId xmlns:a16="http://schemas.microsoft.com/office/drawing/2014/main" id="{E46CA217-298B-4612-97AF-5FC6A2A8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247900"/>
            <a:ext cx="428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A8BA"/>
                </a:solidFill>
              </a:defRPr>
            </a:pPr>
            <a:r>
              <a:rPr sz="675" b="1">
                <a:solidFill>
                  <a:srgbClr val="A8A8BA"/>
                </a:solidFill>
                <a:latin typeface="Aptos Mono"/>
                <a:ea typeface="Aptos Mono"/>
                <a:cs typeface="Aptos Mono"/>
              </a:rPr>
              <a:t>Done</a:t>
            </a:r>
          </a:p>
        </p:txBody>
      </p:sp>
      <p:sp>
        <p:nvSpPr>
          <p:cNvPr id="207" name="legend-planned-dot">
            <a:extLst xmlns:a="http://schemas.openxmlformats.org/drawingml/2006/main">
              <a:ext uri="{FF2B5EF4-FFF2-40B4-BE49-F238E27FC236}">
                <a16:creationId xmlns:a16="http://schemas.microsoft.com/office/drawing/2014/main" id="{085C30E1-F1AA-41F5-95BA-ECAC6276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95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8" name="legend-planned-label">
            <a:extLst xmlns:a="http://schemas.openxmlformats.org/drawingml/2006/main">
              <a:ext uri="{FF2B5EF4-FFF2-40B4-BE49-F238E27FC236}">
                <a16:creationId xmlns:a16="http://schemas.microsoft.com/office/drawing/2014/main" id="{3A08914A-AA0E-4F64-8891-1AA77216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47900"/>
            <a:ext cx="647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A8BA"/>
                </a:solidFill>
              </a:defRPr>
            </a:pPr>
            <a:r>
              <a:rPr sz="675" b="1">
                <a:solidFill>
                  <a:srgbClr val="A8A8BA"/>
                </a:solidFill>
                <a:latin typeface="Aptos Mono"/>
                <a:ea typeface="Aptos Mono"/>
                <a:cs typeface="Aptos Mono"/>
              </a:rPr>
              <a:t>Planned</a:t>
            </a:r>
          </a:p>
        </p:txBody>
      </p:sp>
      <p:sp>
        <p:nvSpPr>
          <p:cNvPr id="209" name="legend-release-dot">
            <a:extLst xmlns:a="http://schemas.openxmlformats.org/drawingml/2006/main">
              <a:ext uri="{FF2B5EF4-FFF2-40B4-BE49-F238E27FC236}">
                <a16:creationId xmlns:a16="http://schemas.microsoft.com/office/drawing/2014/main" id="{577E5FF3-88B4-4CAF-934E-65D73B06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295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0" name="legend-release-label">
            <a:extLst xmlns:a="http://schemas.openxmlformats.org/drawingml/2006/main">
              <a:ext uri="{FF2B5EF4-FFF2-40B4-BE49-F238E27FC236}">
                <a16:creationId xmlns:a16="http://schemas.microsoft.com/office/drawing/2014/main" id="{5259A9B4-26AD-4197-B1E5-46B6339F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2479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8A8BA"/>
                </a:solidFill>
              </a:defRPr>
            </a:pPr>
            <a:r>
              <a:rPr sz="675" b="1">
                <a:solidFill>
                  <a:srgbClr val="A8A8BA"/>
                </a:solidFill>
                <a:latin typeface="Aptos Mono"/>
                <a:ea typeface="Aptos Mono"/>
                <a:cs typeface="Aptos Mono"/>
              </a:rPr>
              <a:t>Rollout</a:t>
            </a:r>
          </a:p>
        </p:txBody>
      </p:sp>
    </p:spTree>
    <p:extLst>
      <p:ext uri="{BB962C8B-B14F-4D97-AF65-F5344CB8AC3E}">
        <p14:creationId xmlns:p14="http://schemas.microsoft.com/office/powerpoint/2010/main" val="775987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2026-06-04T09:31:24.0040000Z</dcterms:created>
  <dcterms:modified xsi:type="dcterms:W3CDTF">2026-06-04T09:31:24.0040000Z</dcterms:modified>
</coreProperties>
</file>