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3dbf946374a1b" /><Relationship Type="http://schemas.openxmlformats.org/officeDocument/2006/relationships/extended-properties" Target="/docProps/app.xml" Id="R50c4bffab9e14d3c" /><Relationship Type="http://schemas.openxmlformats.org/officeDocument/2006/relationships/officeDocument" Target="/ppt/presentation.xml" Id="R2ca619a2f7c0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187ae2bacd43af"/>
  </p:sldMasterIdLst>
  <p:notesMasterIdLst>
    <p:notesMasterId xmlns:r="http://schemas.openxmlformats.org/officeDocument/2006/relationships" r:id="Rc883ce179ba84584"/>
  </p:notesMasterIdLst>
  <p:sldIdLst>
    <p:sldId xmlns:r="http://schemas.openxmlformats.org/officeDocument/2006/relationships" id="256" r:id="Re2b06fa6f61d4b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87ae2bacd43af" /><Relationship Type="http://schemas.openxmlformats.org/officeDocument/2006/relationships/theme" Target="/ppt/theme/theme1.xml" Id="R015dfb93bbb549bd" /><Relationship Type="http://schemas.openxmlformats.org/officeDocument/2006/relationships/notesMaster" Target="/ppt/notesMasters/notesMaster1.xml" Id="Rc883ce179ba84584" /><Relationship Type="http://schemas.openxmlformats.org/officeDocument/2006/relationships/presProps" Target="/ppt/presProps.xml" Id="Rfea17ac4252f4f36" /><Relationship Type="http://schemas.openxmlformats.org/officeDocument/2006/relationships/viewProps" Target="/ppt/viewProps.xml" Id="R380bc751a8414940" /><Relationship Type="http://schemas.openxmlformats.org/officeDocument/2006/relationships/tableStyles" Target="/ppt/tableStyles.xml" Id="R6c167b1d23564fc4" /><Relationship Type="http://schemas.openxmlformats.org/officeDocument/2006/relationships/slide" Target="/ppt/slides/slide1.xml" Id="Re2b06fa6f61d4b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5d3a0b08474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9fd18043ba4573" /><Relationship Type="http://schemas.openxmlformats.org/officeDocument/2006/relationships/notesMaster" Target="/ppt/notesMasters/notesMaster1.xml" Id="R0abf4b96b16d4e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19191a9ca4c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d0a75b4961f4f3f" /><Relationship Type="http://schemas.openxmlformats.org/officeDocument/2006/relationships/slideLayout" Target="/ppt/slideLayouts/slideLayout2.xml" Id="Rd9622c911e6949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22c911e6949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f0ad083667454b" /><Relationship Type="http://schemas.openxmlformats.org/officeDocument/2006/relationships/image" Target="/ppt/media/image.png" Id="Rde567f5922894ef3" /><Relationship Type="http://schemas.openxmlformats.org/officeDocument/2006/relationships/image" Target="/ppt/media/image2.png" Id="Rcfc6cbdcfd6849a4" /><Relationship Type="http://schemas.openxmlformats.org/officeDocument/2006/relationships/notesSlide" Target="/ppt/notesSlides/notesSlide1.xml" Id="R8077550ae28641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67f5922894ef3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6cbdcfd6849a4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48" y="214312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</a:t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Datasets, metrics, run schema.</a:t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96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552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compare</a:t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8387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Model, task, metric deltas.</a:t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968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29527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analysis</a:t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2385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Root causes tied to evidence.</a:t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39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552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</a:t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8387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Human feedback for failures.</a:t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11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29527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Team projects</a:t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2385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Shared workspaces and RBAC.</a:t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582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552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imports</a:t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8387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Langfuse context enrichment.</a:t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54" y="28384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29527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CLI</a:t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2385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Health checks and JSON flows.</a:t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386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52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Hosted admin</a:t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387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Org rollout and governance.</a:t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2026-06-04T08:11:07.7650000Z</dcterms:created>
  <dcterms:modified xsi:type="dcterms:W3CDTF">2026-06-04T08:11:07.7650000Z</dcterms:modified>
</coreProperties>
</file>