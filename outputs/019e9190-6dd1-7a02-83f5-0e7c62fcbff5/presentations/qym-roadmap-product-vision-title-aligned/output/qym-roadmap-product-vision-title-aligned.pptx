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05cd4dd3ff4b7d" /><Relationship Type="http://schemas.openxmlformats.org/officeDocument/2006/relationships/extended-properties" Target="/docProps/app.xml" Id="R51a082d5fe724f8c" /><Relationship Type="http://schemas.openxmlformats.org/officeDocument/2006/relationships/officeDocument" Target="/ppt/presentation.xml" Id="Rd9d56a77369a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0e1d66227d4708"/>
  </p:sldMasterIdLst>
  <p:notesMasterIdLst>
    <p:notesMasterId xmlns:r="http://schemas.openxmlformats.org/officeDocument/2006/relationships" r:id="R2823edc50e174ec8"/>
  </p:notesMasterIdLst>
  <p:sldIdLst>
    <p:sldId xmlns:r="http://schemas.openxmlformats.org/officeDocument/2006/relationships" id="256" r:id="R140b225b2cdf42e8"/>
    <p:sldId xmlns:r="http://schemas.openxmlformats.org/officeDocument/2006/relationships" id="257" r:id="R2fffd4bc70014a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193ac9bd646a5" /><Relationship Type="http://schemas.openxmlformats.org/officeDocument/2006/relationships/slideMaster" Target="/ppt/slideMasters/slideMaster1.xml" Id="Rf40e1d66227d4708" /><Relationship Type="http://schemas.openxmlformats.org/officeDocument/2006/relationships/notesMaster" Target="/ppt/notesMasters/notesMaster1.xml" Id="R2823edc50e174ec8" /><Relationship Type="http://schemas.openxmlformats.org/officeDocument/2006/relationships/presProps" Target="/ppt/presProps.xml" Id="Rca6cbf8664444a2e" /><Relationship Type="http://schemas.openxmlformats.org/officeDocument/2006/relationships/viewProps" Target="/ppt/viewProps.xml" Id="Rfcf048f5e1d84f1f" /><Relationship Type="http://schemas.openxmlformats.org/officeDocument/2006/relationships/tableStyles" Target="/ppt/tableStyles.xml" Id="R3813545c55a249d2" /><Relationship Type="http://schemas.openxmlformats.org/officeDocument/2006/relationships/slide" Target="/ppt/slides/slide1.xml" Id="R140b225b2cdf42e8" /><Relationship Type="http://schemas.openxmlformats.org/officeDocument/2006/relationships/slide" Target="/ppt/slides/slide2.xml" Id="R2fffd4bc70014a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7a2db0c3ca4b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54c945655d42ae" /><Relationship Type="http://schemas.openxmlformats.org/officeDocument/2006/relationships/notesMaster" Target="/ppt/notesMasters/notesMaster1.xml" Id="R2057498c96204b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5f8407e7684bc2" /><Relationship Type="http://schemas.openxmlformats.org/officeDocument/2006/relationships/notesMaster" Target="/ppt/notesMasters/notesMaster1.xml" Id="Rc3e8f47ba35848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57b14695248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d451ea9e13447f" /><Relationship Type="http://schemas.openxmlformats.org/officeDocument/2006/relationships/slideLayout" Target="/ppt/slideLayouts/slideLayout1.xml" Id="R547b3e76722c49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7b3e76722c49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b2e2ec2d6648d4" /><Relationship Type="http://schemas.openxmlformats.org/officeDocument/2006/relationships/image" Target="/ppt/media/image.png" Id="R82d325a6d88c413a" /><Relationship Type="http://schemas.openxmlformats.org/officeDocument/2006/relationships/image" Target="/ppt/media/image2.png" Id="R3221a186e74f4852" /><Relationship Type="http://schemas.openxmlformats.org/officeDocument/2006/relationships/notesSlide" Target="/ppt/notesSlides/notesSlide1.xml" Id="Rdc219efc688d44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2a8323e9e4e17" /><Relationship Type="http://schemas.openxmlformats.org/officeDocument/2006/relationships/image" Target="/ppt/media/image.png" Id="R745ab421deac4b58" /><Relationship Type="http://schemas.openxmlformats.org/officeDocument/2006/relationships/image" Target="/ppt/media/image2.png" Id="R98ff59a1a79b43ee" /><Relationship Type="http://schemas.openxmlformats.org/officeDocument/2006/relationships/notesSlide" Target="/ppt/notesSlides/notesSlide2.xml" Id="R52bcc0b35ad340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ackground">
            <a:extLst xmlns:a="http://schemas.openxmlformats.org/drawingml/2006/main">
              <a:ext uri="{FF2B5EF4-FFF2-40B4-BE49-F238E27FC236}">
                <a16:creationId xmlns:a16="http://schemas.microsoft.com/office/drawing/2014/main" id="{20B46D92-9602-42F3-A6ED-736C53C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full-slide-surface">
            <a:extLst xmlns:a="http://schemas.openxmlformats.org/drawingml/2006/main">
              <a:ext uri="{FF2B5EF4-FFF2-40B4-BE49-F238E27FC236}">
                <a16:creationId xmlns:a16="http://schemas.microsoft.com/office/drawing/2014/main" id="{6B8079EF-F8A1-4B68-B100-7DEC4317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82475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3" name="top-accent-rule">
            <a:extLst xmlns:a="http://schemas.openxmlformats.org/drawingml/2006/main">
              <a:ext uri="{FF2B5EF4-FFF2-40B4-BE49-F238E27FC236}">
                <a16:creationId xmlns:a16="http://schemas.microsoft.com/office/drawing/2014/main" id="{517F8CB3-4AA1-4DC7-8979-79FE9579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bottom-rule">
            <a:extLst xmlns:a="http://schemas.openxmlformats.org/drawingml/2006/main">
              <a:ext uri="{FF2B5EF4-FFF2-40B4-BE49-F238E27FC236}">
                <a16:creationId xmlns:a16="http://schemas.microsoft.com/office/drawing/2014/main" id="{CC2D44FC-FDC2-43B8-B4E7-5B57B8E9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325a6d88c413a"/>
          <a:stretch xmlns:a="http://schemas.openxmlformats.org/drawingml/2006/main"/>
        </p:blipFill>
        <p:spPr>
          <a:xfrm xmlns:a="http://schemas.openxmlformats.org/drawingml/2006/main">
            <a:off x="495300" y="34305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8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21a186e74f4852"/>
          <a:stretch xmlns:a="http://schemas.openxmlformats.org/drawingml/2006/main"/>
        </p:blipFill>
        <p:spPr>
          <a:xfrm xmlns:a="http://schemas.openxmlformats.org/drawingml/2006/main">
            <a:off x="991828" y="30480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6284605-0A42-4F9C-AFF3-08296CEB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293"/>
            <a:ext cx="7123484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2026 PRODUCT ROADMAP</a:t>
            </a:r>
          </a:p>
        </p:txBody>
      </p:sp>
      <p:sp>
        <p:nvSpPr>
          <p:cNvPr id="9" name="claim-title">
            <a:extLst xmlns:a="http://schemas.openxmlformats.org/drawingml/2006/main">
              <a:ext uri="{FF2B5EF4-FFF2-40B4-BE49-F238E27FC236}">
                <a16:creationId xmlns:a16="http://schemas.microsoft.com/office/drawing/2014/main" id="{991D66DE-62F7-4DD1-ADA8-E8437BB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24000"/>
            <a:ext cx="790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307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defRPr>
            </a:pPr>
          </a:p>
        </p:txBody>
      </p:sp>
      <p:sp>
        <p:nvSpPr>
          <p:cNvPr id="15" name="swimlane-base">
            <a:extLst xmlns:a="http://schemas.openxmlformats.org/drawingml/2006/main">
              <a:ext uri="{FF2B5EF4-FFF2-40B4-BE49-F238E27FC236}">
                <a16:creationId xmlns:a16="http://schemas.microsoft.com/office/drawing/2014/main" id="{D58B707A-597E-4CB8-BA3E-A5787E0D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wimlane-accent">
            <a:extLst xmlns:a="http://schemas.openxmlformats.org/drawingml/2006/main">
              <a:ext uri="{FF2B5EF4-FFF2-40B4-BE49-F238E27FC236}">
                <a16:creationId xmlns:a16="http://schemas.microsoft.com/office/drawing/2014/main" id="{D6A7B9C1-9E7C-4AE2-8B72-33DF080F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5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connector-MAY">
            <a:extLst xmlns:a="http://schemas.openxmlformats.org/drawingml/2006/main">
              <a:ext uri="{FF2B5EF4-FFF2-40B4-BE49-F238E27FC236}">
                <a16:creationId xmlns:a16="http://schemas.microsoft.com/office/drawing/2014/main" id="{CDF6C60A-6FB9-44D2-89C2-54B20293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dot-MAY">
            <a:extLst xmlns:a="http://schemas.openxmlformats.org/drawingml/2006/main">
              <a:ext uri="{FF2B5EF4-FFF2-40B4-BE49-F238E27FC236}">
                <a16:creationId xmlns:a16="http://schemas.microsoft.com/office/drawing/2014/main" id="{81754A13-3F57-4117-9A31-0B057424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month-MAY">
            <a:extLst xmlns:a="http://schemas.openxmlformats.org/drawingml/2006/main">
              <a:ext uri="{FF2B5EF4-FFF2-40B4-BE49-F238E27FC236}">
                <a16:creationId xmlns:a16="http://schemas.microsoft.com/office/drawing/2014/main" id="{CA9E7890-1FC2-489E-AB8F-0128E1D8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20" name="milestone-card-MAY">
            <a:extLst xmlns:a="http://schemas.openxmlformats.org/drawingml/2006/main">
              <a:ext uri="{FF2B5EF4-FFF2-40B4-BE49-F238E27FC236}">
                <a16:creationId xmlns:a16="http://schemas.microsoft.com/office/drawing/2014/main" id="{A84A5556-8A38-45EC-BC85-7B770F15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milestone-accent-MAY">
            <a:extLst xmlns:a="http://schemas.openxmlformats.org/drawingml/2006/main">
              <a:ext uri="{FF2B5EF4-FFF2-40B4-BE49-F238E27FC236}">
                <a16:creationId xmlns:a16="http://schemas.microsoft.com/office/drawing/2014/main" id="{0A7BC8C3-E977-41FD-900F-5E7E885A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itle-MAY">
            <a:extLst xmlns:a="http://schemas.openxmlformats.org/drawingml/2006/main">
              <a:ext uri="{FF2B5EF4-FFF2-40B4-BE49-F238E27FC236}">
                <a16:creationId xmlns:a16="http://schemas.microsoft.com/office/drawing/2014/main" id="{BF95D4EC-F535-4BCD-B488-478B3EDD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23" name="detail-MAY">
            <a:extLst xmlns:a="http://schemas.openxmlformats.org/drawingml/2006/main">
              <a:ext uri="{FF2B5EF4-FFF2-40B4-BE49-F238E27FC236}">
                <a16:creationId xmlns:a16="http://schemas.microsoft.com/office/drawing/2014/main" id="{2B1B0355-AF99-45AF-B278-8AAE5DD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24" name="connector-JUN">
            <a:extLst xmlns:a="http://schemas.openxmlformats.org/drawingml/2006/main">
              <a:ext uri="{FF2B5EF4-FFF2-40B4-BE49-F238E27FC236}">
                <a16:creationId xmlns:a16="http://schemas.microsoft.com/office/drawing/2014/main" id="{28D8AC7B-A7C2-4695-A90C-0DC46996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321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dot-JUN">
            <a:extLst xmlns:a="http://schemas.openxmlformats.org/drawingml/2006/main">
              <a:ext uri="{FF2B5EF4-FFF2-40B4-BE49-F238E27FC236}">
                <a16:creationId xmlns:a16="http://schemas.microsoft.com/office/drawing/2014/main" id="{DF34B979-A0A0-4969-9553-77552628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0596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month-JUN">
            <a:extLst xmlns:a="http://schemas.openxmlformats.org/drawingml/2006/main">
              <a:ext uri="{FF2B5EF4-FFF2-40B4-BE49-F238E27FC236}">
                <a16:creationId xmlns:a16="http://schemas.microsoft.com/office/drawing/2014/main" id="{9AED1232-04F0-462C-80A3-3731B13B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21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27" name="milestone-card-JUN">
            <a:extLst xmlns:a="http://schemas.openxmlformats.org/drawingml/2006/main">
              <a:ext uri="{FF2B5EF4-FFF2-40B4-BE49-F238E27FC236}">
                <a16:creationId xmlns:a16="http://schemas.microsoft.com/office/drawing/2014/main" id="{C7FFD9A3-641B-49EC-951B-56969008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milestone-accent-JUN">
            <a:extLst xmlns:a="http://schemas.openxmlformats.org/drawingml/2006/main">
              <a:ext uri="{FF2B5EF4-FFF2-40B4-BE49-F238E27FC236}">
                <a16:creationId xmlns:a16="http://schemas.microsoft.com/office/drawing/2014/main" id="{9E994734-7B4D-4C18-B566-5EF5D464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itle-JUN">
            <a:extLst xmlns:a="http://schemas.openxmlformats.org/drawingml/2006/main">
              <a:ext uri="{FF2B5EF4-FFF2-40B4-BE49-F238E27FC236}">
                <a16:creationId xmlns:a16="http://schemas.microsoft.com/office/drawing/2014/main" id="{2319358D-2994-4832-B02E-70BF1F43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30" name="detail-JUN">
            <a:extLst xmlns:a="http://schemas.openxmlformats.org/drawingml/2006/main">
              <a:ext uri="{FF2B5EF4-FFF2-40B4-BE49-F238E27FC236}">
                <a16:creationId xmlns:a16="http://schemas.microsoft.com/office/drawing/2014/main" id="{319BB137-DD7F-4D5E-BF5E-899B90A0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2446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31" name="connector-JUL">
            <a:extLst xmlns:a="http://schemas.openxmlformats.org/drawingml/2006/main">
              <a:ext uri="{FF2B5EF4-FFF2-40B4-BE49-F238E27FC236}">
                <a16:creationId xmlns:a16="http://schemas.microsoft.com/office/drawing/2014/main" id="{6A998A8E-61E2-4ADC-A12F-27EDE5B3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193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dot-JUL">
            <a:extLst xmlns:a="http://schemas.openxmlformats.org/drawingml/2006/main">
              <a:ext uri="{FF2B5EF4-FFF2-40B4-BE49-F238E27FC236}">
                <a16:creationId xmlns:a16="http://schemas.microsoft.com/office/drawing/2014/main" id="{FC8C5891-304E-4037-9EEE-5C689FE5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4468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month-JUL">
            <a:extLst xmlns:a="http://schemas.openxmlformats.org/drawingml/2006/main">
              <a:ext uri="{FF2B5EF4-FFF2-40B4-BE49-F238E27FC236}">
                <a16:creationId xmlns:a16="http://schemas.microsoft.com/office/drawing/2014/main" id="{64C61B43-0135-426F-9E49-9E77B7F5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493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A8FF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34" name="milestone-card-JUL">
            <a:extLst xmlns:a="http://schemas.openxmlformats.org/drawingml/2006/main">
              <a:ext uri="{FF2B5EF4-FFF2-40B4-BE49-F238E27FC236}">
                <a16:creationId xmlns:a16="http://schemas.microsoft.com/office/drawing/2014/main" id="{0EF56A79-2F18-426C-A2CA-7F98DD63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00A8FF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milestone-accent-JUL">
            <a:extLst xmlns:a="http://schemas.openxmlformats.org/drawingml/2006/main">
              <a:ext uri="{FF2B5EF4-FFF2-40B4-BE49-F238E27FC236}">
                <a16:creationId xmlns:a16="http://schemas.microsoft.com/office/drawing/2014/main" id="{B30B5685-904F-4F77-A4E0-CADE92A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itle-JUL">
            <a:extLst xmlns:a="http://schemas.openxmlformats.org/drawingml/2006/main">
              <a:ext uri="{FF2B5EF4-FFF2-40B4-BE49-F238E27FC236}">
                <a16:creationId xmlns:a16="http://schemas.microsoft.com/office/drawing/2014/main" id="{1AAD4FF4-505E-4384-811A-7BF12CAB1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37" name="detail-JUL">
            <a:extLst xmlns:a="http://schemas.openxmlformats.org/drawingml/2006/main">
              <a:ext uri="{FF2B5EF4-FFF2-40B4-BE49-F238E27FC236}">
                <a16:creationId xmlns:a16="http://schemas.microsoft.com/office/drawing/2014/main" id="{62DF03B2-83AF-4461-99AE-E85A0BCB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6318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38" name="connector-AUG">
            <a:extLst xmlns:a="http://schemas.openxmlformats.org/drawingml/2006/main">
              <a:ext uri="{FF2B5EF4-FFF2-40B4-BE49-F238E27FC236}">
                <a16:creationId xmlns:a16="http://schemas.microsoft.com/office/drawing/2014/main" id="{BC273907-D999-4CFD-8DC1-97FCF110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064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dot-AUG">
            <a:extLst xmlns:a="http://schemas.openxmlformats.org/drawingml/2006/main">
              <a:ext uri="{FF2B5EF4-FFF2-40B4-BE49-F238E27FC236}">
                <a16:creationId xmlns:a16="http://schemas.microsoft.com/office/drawing/2014/main" id="{0E95AF36-5C22-4C9B-BF32-94E39242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339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month-AUG">
            <a:extLst xmlns:a="http://schemas.openxmlformats.org/drawingml/2006/main">
              <a:ext uri="{FF2B5EF4-FFF2-40B4-BE49-F238E27FC236}">
                <a16:creationId xmlns:a16="http://schemas.microsoft.com/office/drawing/2014/main" id="{C88AD7F7-861F-4B3F-AC1E-5063D387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364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A855F7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41" name="milestone-card-AUG">
            <a:extLst xmlns:a="http://schemas.openxmlformats.org/drawingml/2006/main">
              <a:ext uri="{FF2B5EF4-FFF2-40B4-BE49-F238E27FC236}">
                <a16:creationId xmlns:a16="http://schemas.microsoft.com/office/drawing/2014/main" id="{BD2B8FF5-4D10-4E3E-B674-1396FCEB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milestone-accent-AUG">
            <a:extLst xmlns:a="http://schemas.openxmlformats.org/drawingml/2006/main">
              <a:ext uri="{FF2B5EF4-FFF2-40B4-BE49-F238E27FC236}">
                <a16:creationId xmlns:a16="http://schemas.microsoft.com/office/drawing/2014/main" id="{5E749E42-D703-48CC-A7AD-E2F21BD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itle-AUG">
            <a:extLst xmlns:a="http://schemas.openxmlformats.org/drawingml/2006/main">
              <a:ext uri="{FF2B5EF4-FFF2-40B4-BE49-F238E27FC236}">
                <a16:creationId xmlns:a16="http://schemas.microsoft.com/office/drawing/2014/main" id="{69907521-9BBF-4FDB-BECF-A974C5A4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4" name="detail-AUG">
            <a:extLst xmlns:a="http://schemas.openxmlformats.org/drawingml/2006/main">
              <a:ext uri="{FF2B5EF4-FFF2-40B4-BE49-F238E27FC236}">
                <a16:creationId xmlns:a16="http://schemas.microsoft.com/office/drawing/2014/main" id="{2E20C826-60D0-4D49-95E9-59561F96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0189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45" name="connector-SEP">
            <a:extLst xmlns:a="http://schemas.openxmlformats.org/drawingml/2006/main">
              <a:ext uri="{FF2B5EF4-FFF2-40B4-BE49-F238E27FC236}">
                <a16:creationId xmlns:a16="http://schemas.microsoft.com/office/drawing/2014/main" id="{01426D46-77CE-4D90-B39C-BE03FED0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7936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dot-SEP">
            <a:extLst xmlns:a="http://schemas.openxmlformats.org/drawingml/2006/main">
              <a:ext uri="{FF2B5EF4-FFF2-40B4-BE49-F238E27FC236}">
                <a16:creationId xmlns:a16="http://schemas.microsoft.com/office/drawing/2014/main" id="{638068FF-6F25-4D8D-9662-26FF688B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11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month-SEP">
            <a:extLst xmlns:a="http://schemas.openxmlformats.org/drawingml/2006/main">
              <a:ext uri="{FF2B5EF4-FFF2-40B4-BE49-F238E27FC236}">
                <a16:creationId xmlns:a16="http://schemas.microsoft.com/office/drawing/2014/main" id="{E734A263-AB97-4F91-8916-12D5D59F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1236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48" name="milestone-card-SEP">
            <a:extLst xmlns:a="http://schemas.openxmlformats.org/drawingml/2006/main">
              <a:ext uri="{FF2B5EF4-FFF2-40B4-BE49-F238E27FC236}">
                <a16:creationId xmlns:a16="http://schemas.microsoft.com/office/drawing/2014/main" id="{672D776A-6F0E-44EB-80CB-E23025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milestone-accent-SEP">
            <a:extLst xmlns:a="http://schemas.openxmlformats.org/drawingml/2006/main">
              <a:ext uri="{FF2B5EF4-FFF2-40B4-BE49-F238E27FC236}">
                <a16:creationId xmlns:a16="http://schemas.microsoft.com/office/drawing/2014/main" id="{35A2401D-AB07-43DF-9958-6294A07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itle-SEP">
            <a:extLst xmlns:a="http://schemas.openxmlformats.org/drawingml/2006/main">
              <a:ext uri="{FF2B5EF4-FFF2-40B4-BE49-F238E27FC236}">
                <a16:creationId xmlns:a16="http://schemas.microsoft.com/office/drawing/2014/main" id="{54AA8202-1F7B-4248-8117-9A6D3C126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51" name="detail-SEP">
            <a:extLst xmlns:a="http://schemas.openxmlformats.org/drawingml/2006/main">
              <a:ext uri="{FF2B5EF4-FFF2-40B4-BE49-F238E27FC236}">
                <a16:creationId xmlns:a16="http://schemas.microsoft.com/office/drawing/2014/main" id="{3B0A8F77-ED11-49CF-AD31-85D6351C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061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52" name="connector-OCT">
            <a:extLst xmlns:a="http://schemas.openxmlformats.org/drawingml/2006/main">
              <a:ext uri="{FF2B5EF4-FFF2-40B4-BE49-F238E27FC236}">
                <a16:creationId xmlns:a16="http://schemas.microsoft.com/office/drawing/2014/main" id="{5AAFF327-2FFF-4255-854F-F7E191268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807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dot-OCT">
            <a:extLst xmlns:a="http://schemas.openxmlformats.org/drawingml/2006/main">
              <a:ext uri="{FF2B5EF4-FFF2-40B4-BE49-F238E27FC236}">
                <a16:creationId xmlns:a16="http://schemas.microsoft.com/office/drawing/2014/main" id="{93E963B7-3CBF-47A5-B835-3D7A3FDC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082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month-OCT">
            <a:extLst xmlns:a="http://schemas.openxmlformats.org/drawingml/2006/main">
              <a:ext uri="{FF2B5EF4-FFF2-40B4-BE49-F238E27FC236}">
                <a16:creationId xmlns:a16="http://schemas.microsoft.com/office/drawing/2014/main" id="{40E014E0-C90C-43B8-B1AF-FB151F38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5107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00D4AA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55" name="milestone-card-OCT">
            <a:extLst xmlns:a="http://schemas.openxmlformats.org/drawingml/2006/main">
              <a:ext uri="{FF2B5EF4-FFF2-40B4-BE49-F238E27FC236}">
                <a16:creationId xmlns:a16="http://schemas.microsoft.com/office/drawing/2014/main" id="{3876477E-DA84-4ABB-8300-53F5EB7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milestone-accent-OCT">
            <a:extLst xmlns:a="http://schemas.openxmlformats.org/drawingml/2006/main">
              <a:ext uri="{FF2B5EF4-FFF2-40B4-BE49-F238E27FC236}">
                <a16:creationId xmlns:a16="http://schemas.microsoft.com/office/drawing/2014/main" id="{371BB80A-BA60-4D27-B232-9B243E24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title-OCT">
            <a:extLst xmlns:a="http://schemas.openxmlformats.org/drawingml/2006/main">
              <a:ext uri="{FF2B5EF4-FFF2-40B4-BE49-F238E27FC236}">
                <a16:creationId xmlns:a16="http://schemas.microsoft.com/office/drawing/2014/main" id="{C7EE9E90-F613-46A7-B9E0-FB04A603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58" name="detail-OCT">
            <a:extLst xmlns:a="http://schemas.openxmlformats.org/drawingml/2006/main">
              <a:ext uri="{FF2B5EF4-FFF2-40B4-BE49-F238E27FC236}">
                <a16:creationId xmlns:a16="http://schemas.microsoft.com/office/drawing/2014/main" id="{A00DAD13-C086-4546-AA33-00366A12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932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59" name="connector-NOV">
            <a:extLst xmlns:a="http://schemas.openxmlformats.org/drawingml/2006/main">
              <a:ext uri="{FF2B5EF4-FFF2-40B4-BE49-F238E27FC236}">
                <a16:creationId xmlns:a16="http://schemas.microsoft.com/office/drawing/2014/main" id="{66EA33A7-203D-4354-8458-37F2A01D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79" y="3619500"/>
            <a:ext cx="142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dot-NOV">
            <a:extLst xmlns:a="http://schemas.openxmlformats.org/drawingml/2006/main">
              <a:ext uri="{FF2B5EF4-FFF2-40B4-BE49-F238E27FC236}">
                <a16:creationId xmlns:a16="http://schemas.microsoft.com/office/drawing/2014/main" id="{FA7956C4-D984-43A7-B28F-7F974D2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954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month-NOV">
            <a:extLst xmlns:a="http://schemas.openxmlformats.org/drawingml/2006/main">
              <a:ext uri="{FF2B5EF4-FFF2-40B4-BE49-F238E27FC236}">
                <a16:creationId xmlns:a16="http://schemas.microsoft.com/office/drawing/2014/main" id="{1045B55D-B257-4F1C-AE57-F6AC7F2C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979" y="3724275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0B981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62" name="milestone-card-NOV">
            <a:extLst xmlns:a="http://schemas.openxmlformats.org/drawingml/2006/main">
              <a:ext uri="{FF2B5EF4-FFF2-40B4-BE49-F238E27FC236}">
                <a16:creationId xmlns:a16="http://schemas.microsoft.com/office/drawing/2014/main" id="{908D7AF0-54B3-49B7-9267-615AD4D2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9525">
            <a:solidFill>
              <a:srgbClr val="10B981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milestone-accent-NOV">
            <a:extLst xmlns:a="http://schemas.openxmlformats.org/drawingml/2006/main">
              <a:ext uri="{FF2B5EF4-FFF2-40B4-BE49-F238E27FC236}">
                <a16:creationId xmlns:a16="http://schemas.microsoft.com/office/drawing/2014/main" id="{E562D1D8-38AB-490E-B6B3-29C60C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itle-NOV">
            <a:extLst xmlns:a="http://schemas.openxmlformats.org/drawingml/2006/main">
              <a:ext uri="{FF2B5EF4-FFF2-40B4-BE49-F238E27FC236}">
                <a16:creationId xmlns:a16="http://schemas.microsoft.com/office/drawing/2014/main" id="{A64AD3CB-CCF5-4C5D-8897-DBE4CCC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0194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65" name="detail-NOV">
            <a:extLst xmlns:a="http://schemas.openxmlformats.org/drawingml/2006/main">
              <a:ext uri="{FF2B5EF4-FFF2-40B4-BE49-F238E27FC236}">
                <a16:creationId xmlns:a16="http://schemas.microsoft.com/office/drawing/2014/main" id="{D8DB6A48-9ABF-4BF0-90A7-DF68A9E1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1804" y="31908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66" name="connector-DEC">
            <a:extLst xmlns:a="http://schemas.openxmlformats.org/drawingml/2006/main">
              <a:ext uri="{FF2B5EF4-FFF2-40B4-BE49-F238E27FC236}">
                <a16:creationId xmlns:a16="http://schemas.microsoft.com/office/drawing/2014/main" id="{986AD770-45D6-49F7-85CF-B63C0404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981450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>
              <a:alpha val="6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dot-DEC">
            <a:extLst xmlns:a="http://schemas.openxmlformats.org/drawingml/2006/main">
              <a:ext uri="{FF2B5EF4-FFF2-40B4-BE49-F238E27FC236}">
                <a16:creationId xmlns:a16="http://schemas.microsoft.com/office/drawing/2014/main" id="{4DD435B3-B574-4650-8EA8-F6F146A2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3825" y="3895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9050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month-DEC">
            <a:extLst xmlns:a="http://schemas.openxmlformats.org/drawingml/2006/main">
              <a:ext uri="{FF2B5EF4-FFF2-40B4-BE49-F238E27FC236}">
                <a16:creationId xmlns:a16="http://schemas.microsoft.com/office/drawing/2014/main" id="{FEB54916-3392-420B-8F50-FF0F338A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356235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59E0B"/>
                </a:solidFill>
                <a:latin typeface="Aptos Mono"/>
                <a:ea typeface="Aptos Mono"/>
                <a:cs typeface="Aptos Mono"/>
              </a:defRPr>
            </a:pPr>
          </a:p>
        </p:txBody>
      </p:sp>
      <p:sp>
        <p:nvSpPr>
          <p:cNvPr id="69" name="milestone-card-DEC">
            <a:extLst xmlns:a="http://schemas.openxmlformats.org/drawingml/2006/main">
              <a:ext uri="{FF2B5EF4-FFF2-40B4-BE49-F238E27FC236}">
                <a16:creationId xmlns:a16="http://schemas.microsoft.com/office/drawing/2014/main" id="{EDBAE3D2-098E-458F-B6F5-7B7E9AF3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3333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milestone-accent-DEC">
            <a:extLst xmlns:a="http://schemas.openxmlformats.org/drawingml/2006/main">
              <a:ext uri="{FF2B5EF4-FFF2-40B4-BE49-F238E27FC236}">
                <a16:creationId xmlns:a16="http://schemas.microsoft.com/office/drawing/2014/main" id="{5B5270F9-A48C-43DE-AA8F-9C7E65FC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itle-DEC">
            <a:extLst xmlns:a="http://schemas.openxmlformats.org/drawingml/2006/main">
              <a:ext uri="{FF2B5EF4-FFF2-40B4-BE49-F238E27FC236}">
                <a16:creationId xmlns:a16="http://schemas.microsoft.com/office/drawing/2014/main" id="{5D627496-045C-46C8-A992-E6EA1FE6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619625"/>
            <a:ext cx="10668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EDEDF0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72" name="detail-DEC">
            <a:extLst xmlns:a="http://schemas.openxmlformats.org/drawingml/2006/main">
              <a:ext uri="{FF2B5EF4-FFF2-40B4-BE49-F238E27FC236}">
                <a16:creationId xmlns:a16="http://schemas.microsoft.com/office/drawing/2014/main" id="{3C9EEE5D-0BB1-466D-B885-E2924D69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791075"/>
            <a:ext cx="1066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0" b="0">
                <a:solidFill>
                  <a:srgbClr val="A8A8BA"/>
                </a:solidFill>
                <a:latin typeface="Aptos"/>
                <a:ea typeface="Aptos"/>
                <a:cs typeface="Aptos"/>
              </a:defRPr>
            </a:pPr>
          </a:p>
        </p:txBody>
      </p:sp>
      <p:sp>
        <p:nvSpPr>
          <p:cNvPr id="7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25DC0D00-3F7F-478F-95B0-612401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7A7A90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79" name="may-complete-badge">
            <a:extLst xmlns:a="http://schemas.openxmlformats.org/drawingml/2006/main">
              <a:ext uri="{FF2B5EF4-FFF2-40B4-BE49-F238E27FC236}">
                <a16:creationId xmlns:a16="http://schemas.microsoft.com/office/drawing/2014/main" id="{329C7BAE-7497-4178-AECD-743A7CB0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28575">
            <a:solidFill>
              <a:srgbClr val="14141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may-complete-check">
            <a:extLst xmlns:a="http://schemas.openxmlformats.org/drawingml/2006/main">
              <a:ext uri="{FF2B5EF4-FFF2-40B4-BE49-F238E27FC236}">
                <a16:creationId xmlns:a16="http://schemas.microsoft.com/office/drawing/2014/main" id="{2FC56AF4-51A3-4B6D-9E49-1EA2914EE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" y="3893124"/>
            <a:ext cx="323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4141E"/>
                </a:solidFill>
              </a:defRPr>
            </a:pPr>
            <a:r>
              <a:rPr sz="1425" b="1">
                <a:solidFill>
                  <a:srgbClr val="14141E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83" name="month-pill-bg-MAY">
            <a:extLst xmlns:a="http://schemas.openxmlformats.org/drawingml/2006/main">
              <a:ext uri="{FF2B5EF4-FFF2-40B4-BE49-F238E27FC236}">
                <a16:creationId xmlns:a16="http://schemas.microsoft.com/office/drawing/2014/main" id="{4C7E0C96-BDCE-4696-93AB-F6E3841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month-pill-MAY">
            <a:extLst xmlns:a="http://schemas.openxmlformats.org/drawingml/2006/main">
              <a:ext uri="{FF2B5EF4-FFF2-40B4-BE49-F238E27FC236}">
                <a16:creationId xmlns:a16="http://schemas.microsoft.com/office/drawing/2014/main" id="{364CAC1C-EEC8-43A5-A190-FF2F2CC6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386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MAY</a:t>
            </a:r>
          </a:p>
        </p:txBody>
      </p:sp>
      <p:sp>
        <p:nvSpPr>
          <p:cNvPr id="85" name="month-pill-bg-JUN">
            <a:extLst xmlns:a="http://schemas.openxmlformats.org/drawingml/2006/main">
              <a:ext uri="{FF2B5EF4-FFF2-40B4-BE49-F238E27FC236}">
                <a16:creationId xmlns:a16="http://schemas.microsoft.com/office/drawing/2014/main" id="{9ED0D060-3A11-49D5-99A1-7E9CAD1F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6" name="month-pill-JUN">
            <a:extLst xmlns:a="http://schemas.openxmlformats.org/drawingml/2006/main">
              <a:ext uri="{FF2B5EF4-FFF2-40B4-BE49-F238E27FC236}">
                <a16:creationId xmlns:a16="http://schemas.microsoft.com/office/drawing/2014/main" id="{415F98F0-572A-4AF2-8241-42EE781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776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JUN</a:t>
            </a:r>
          </a:p>
        </p:txBody>
      </p:sp>
      <p:sp>
        <p:nvSpPr>
          <p:cNvPr id="87" name="month-pill-bg-JUL">
            <a:extLst xmlns:a="http://schemas.openxmlformats.org/drawingml/2006/main">
              <a:ext uri="{FF2B5EF4-FFF2-40B4-BE49-F238E27FC236}">
                <a16:creationId xmlns:a16="http://schemas.microsoft.com/office/drawing/2014/main" id="{113FF010-EB07-496E-89C4-10052A44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month-pill-JUL">
            <a:extLst xmlns:a="http://schemas.openxmlformats.org/drawingml/2006/main">
              <a:ext uri="{FF2B5EF4-FFF2-40B4-BE49-F238E27FC236}">
                <a16:creationId xmlns:a16="http://schemas.microsoft.com/office/drawing/2014/main" id="{3442F896-015E-49C1-BFF8-41292CFD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57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A8FF"/>
                </a:solidFill>
              </a:defRPr>
            </a:pPr>
            <a:r>
              <a:rPr sz="75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JUL</a:t>
            </a:r>
          </a:p>
        </p:txBody>
      </p:sp>
      <p:sp>
        <p:nvSpPr>
          <p:cNvPr id="89" name="month-pill-bg-AUG">
            <a:extLst xmlns:a="http://schemas.openxmlformats.org/drawingml/2006/main">
              <a:ext uri="{FF2B5EF4-FFF2-40B4-BE49-F238E27FC236}">
                <a16:creationId xmlns:a16="http://schemas.microsoft.com/office/drawing/2014/main" id="{4F569329-6C32-4898-95BD-33E3E61F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" name="month-pill-AUG">
            <a:extLst xmlns:a="http://schemas.openxmlformats.org/drawingml/2006/main">
              <a:ext uri="{FF2B5EF4-FFF2-40B4-BE49-F238E27FC236}">
                <a16:creationId xmlns:a16="http://schemas.microsoft.com/office/drawing/2014/main" id="{CD42B882-617B-46FD-A64E-243D001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492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A855F7"/>
                </a:solidFill>
              </a:defRPr>
            </a:pPr>
            <a:r>
              <a:rPr sz="75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AUG</a:t>
            </a:r>
          </a:p>
        </p:txBody>
      </p:sp>
      <p:sp>
        <p:nvSpPr>
          <p:cNvPr id="91" name="month-pill-bg-SEP">
            <a:extLst xmlns:a="http://schemas.openxmlformats.org/drawingml/2006/main">
              <a:ext uri="{FF2B5EF4-FFF2-40B4-BE49-F238E27FC236}">
                <a16:creationId xmlns:a16="http://schemas.microsoft.com/office/drawing/2014/main" id="{78116B59-D6CC-45EF-9DB6-D5DA582B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2" name="month-pill-SEP">
            <a:extLst xmlns:a="http://schemas.openxmlformats.org/drawingml/2006/main">
              <a:ext uri="{FF2B5EF4-FFF2-40B4-BE49-F238E27FC236}">
                <a16:creationId xmlns:a16="http://schemas.microsoft.com/office/drawing/2014/main" id="{5728F80D-506A-4723-9429-96D723D4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309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SEP</a:t>
            </a:r>
          </a:p>
        </p:txBody>
      </p:sp>
      <p:sp>
        <p:nvSpPr>
          <p:cNvPr id="93" name="month-pill-bg-OCT">
            <a:extLst xmlns:a="http://schemas.openxmlformats.org/drawingml/2006/main">
              <a:ext uri="{FF2B5EF4-FFF2-40B4-BE49-F238E27FC236}">
                <a16:creationId xmlns:a16="http://schemas.microsoft.com/office/drawing/2014/main" id="{5158AFDD-7949-43A6-980D-707C2A0E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4" name="month-pill-OCT">
            <a:extLst xmlns:a="http://schemas.openxmlformats.org/drawingml/2006/main">
              <a:ext uri="{FF2B5EF4-FFF2-40B4-BE49-F238E27FC236}">
                <a16:creationId xmlns:a16="http://schemas.microsoft.com/office/drawing/2014/main" id="{F567C645-91B6-4410-8219-C8D07FC7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221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OCT</a:t>
            </a:r>
          </a:p>
        </p:txBody>
      </p:sp>
      <p:sp>
        <p:nvSpPr>
          <p:cNvPr id="95" name="month-pill-bg-NOV">
            <a:extLst xmlns:a="http://schemas.openxmlformats.org/drawingml/2006/main">
              <a:ext uri="{FF2B5EF4-FFF2-40B4-BE49-F238E27FC236}">
                <a16:creationId xmlns:a16="http://schemas.microsoft.com/office/drawing/2014/main" id="{823529E3-C203-4C18-8EAF-59D14C92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6" name="month-pill-NOV">
            <a:extLst xmlns:a="http://schemas.openxmlformats.org/drawingml/2006/main">
              <a:ext uri="{FF2B5EF4-FFF2-40B4-BE49-F238E27FC236}">
                <a16:creationId xmlns:a16="http://schemas.microsoft.com/office/drawing/2014/main" id="{22BE0CAD-4996-43DF-8A8C-A6CB186D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7038" y="41624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0B981"/>
                </a:solidFill>
              </a:defRPr>
            </a:pPr>
            <a:r>
              <a:rPr sz="750" b="1">
                <a:solidFill>
                  <a:srgbClr val="10B981"/>
                </a:solidFill>
                <a:latin typeface="Aptos Mono"/>
                <a:ea typeface="Aptos Mono"/>
                <a:cs typeface="Aptos Mono"/>
              </a:rPr>
              <a:t>NOV</a:t>
            </a:r>
          </a:p>
        </p:txBody>
      </p:sp>
      <p:sp>
        <p:nvSpPr>
          <p:cNvPr id="97" name="month-pill-bg-DEC">
            <a:extLst xmlns:a="http://schemas.openxmlformats.org/drawingml/2006/main">
              <a:ext uri="{FF2B5EF4-FFF2-40B4-BE49-F238E27FC236}">
                <a16:creationId xmlns:a16="http://schemas.microsoft.com/office/drawing/2014/main" id="{810341E6-8779-4DA1-BD25-9F6362C1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8" name="month-pill-DEC">
            <a:extLst xmlns:a="http://schemas.openxmlformats.org/drawingml/2006/main">
              <a:ext uri="{FF2B5EF4-FFF2-40B4-BE49-F238E27FC236}">
                <a16:creationId xmlns:a16="http://schemas.microsoft.com/office/drawing/2014/main" id="{2DFDB0C7-62E3-48A2-8FA8-AA15BF85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29025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F59E0B"/>
                </a:solidFill>
              </a:defRPr>
            </a:pPr>
            <a:r>
              <a:rPr sz="75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DEC</a:t>
            </a:r>
          </a:p>
        </p:txBody>
      </p:sp>
      <p:sp>
        <p:nvSpPr>
          <p:cNvPr id="101" name="premium-card-MAY">
            <a:extLst xmlns:a="http://schemas.openxmlformats.org/drawingml/2006/main">
              <a:ext uri="{FF2B5EF4-FFF2-40B4-BE49-F238E27FC236}">
                <a16:creationId xmlns:a16="http://schemas.microsoft.com/office/drawing/2014/main" id="{DAEEACDE-027D-4A18-B433-F2FCC6B7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02" name="premium-card-accent-MAY">
            <a:extLst xmlns:a="http://schemas.openxmlformats.org/drawingml/2006/main">
              <a:ext uri="{FF2B5EF4-FFF2-40B4-BE49-F238E27FC236}">
                <a16:creationId xmlns:a16="http://schemas.microsoft.com/office/drawing/2014/main" id="{B358CEB5-D0A6-4275-86D9-680390AD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3" name="premium-row-bg-MAY-1">
            <a:extLst xmlns:a="http://schemas.openxmlformats.org/drawingml/2006/main">
              <a:ext uri="{FF2B5EF4-FFF2-40B4-BE49-F238E27FC236}">
                <a16:creationId xmlns:a16="http://schemas.microsoft.com/office/drawing/2014/main" id="{FC7BFB20-D640-4A90-86E9-DEAF68F3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4" name="premium-row-dot-MAY-1">
            <a:extLst xmlns:a="http://schemas.openxmlformats.org/drawingml/2006/main">
              <a:ext uri="{FF2B5EF4-FFF2-40B4-BE49-F238E27FC236}">
                <a16:creationId xmlns:a16="http://schemas.microsoft.com/office/drawing/2014/main" id="{08EAAF77-27F0-48E2-AF91-6A1B371B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5" name="premium-row-text-MAY-1">
            <a:extLst xmlns:a="http://schemas.openxmlformats.org/drawingml/2006/main">
              <a:ext uri="{FF2B5EF4-FFF2-40B4-BE49-F238E27FC236}">
                <a16:creationId xmlns:a16="http://schemas.microsoft.com/office/drawing/2014/main" id="{A5D3D2DD-816F-44BF-97D1-CC897C98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WAN Beta Deployment</a:t>
            </a:r>
          </a:p>
        </p:txBody>
      </p:sp>
      <p:sp>
        <p:nvSpPr>
          <p:cNvPr id="106" name="premium-row-bg-MAY-2">
            <a:extLst xmlns:a="http://schemas.openxmlformats.org/drawingml/2006/main">
              <a:ext uri="{FF2B5EF4-FFF2-40B4-BE49-F238E27FC236}">
                <a16:creationId xmlns:a16="http://schemas.microsoft.com/office/drawing/2014/main" id="{EF035A8F-6C9F-4AED-BEED-E021BAF2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7" name="premium-row-dot-MAY-2">
            <a:extLst xmlns:a="http://schemas.openxmlformats.org/drawingml/2006/main">
              <a:ext uri="{FF2B5EF4-FFF2-40B4-BE49-F238E27FC236}">
                <a16:creationId xmlns:a16="http://schemas.microsoft.com/office/drawing/2014/main" id="{C4A11BB0-337F-4D0B-B167-5CCEB2A5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8" name="premium-row-text-MAY-2">
            <a:extLst xmlns:a="http://schemas.openxmlformats.org/drawingml/2006/main">
              <a:ext uri="{FF2B5EF4-FFF2-40B4-BE49-F238E27FC236}">
                <a16:creationId xmlns:a16="http://schemas.microsoft.com/office/drawing/2014/main" id="{EB50F232-F2E0-47A0-A97A-FC6DE9FB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CMS Integration</a:t>
            </a:r>
          </a:p>
        </p:txBody>
      </p:sp>
      <p:sp>
        <p:nvSpPr>
          <p:cNvPr id="109" name="premium-row-bg-MAY-3">
            <a:extLst xmlns:a="http://schemas.openxmlformats.org/drawingml/2006/main">
              <a:ext uri="{FF2B5EF4-FFF2-40B4-BE49-F238E27FC236}">
                <a16:creationId xmlns:a16="http://schemas.microsoft.com/office/drawing/2014/main" id="{7343C8FB-75B9-40D1-8568-6CFB4FB4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10" name="premium-row-dot-MAY-3">
            <a:extLst xmlns:a="http://schemas.openxmlformats.org/drawingml/2006/main">
              <a:ext uri="{FF2B5EF4-FFF2-40B4-BE49-F238E27FC236}">
                <a16:creationId xmlns:a16="http://schemas.microsoft.com/office/drawing/2014/main" id="{C5F65667-496A-4FA1-935D-87AEB954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11" name="premium-row-text-MAY-3">
            <a:extLst xmlns:a="http://schemas.openxmlformats.org/drawingml/2006/main">
              <a:ext uri="{FF2B5EF4-FFF2-40B4-BE49-F238E27FC236}">
                <a16:creationId xmlns:a16="http://schemas.microsoft.com/office/drawing/2014/main" id="{9F8D3434-B0F6-41FC-AC97-18690EE5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Compare Cohort View</a:t>
            </a:r>
          </a:p>
        </p:txBody>
      </p:sp>
      <p:sp>
        <p:nvSpPr>
          <p:cNvPr id="112" name="premium-card-JUN">
            <a:extLst xmlns:a="http://schemas.openxmlformats.org/drawingml/2006/main">
              <a:ext uri="{FF2B5EF4-FFF2-40B4-BE49-F238E27FC236}">
                <a16:creationId xmlns:a16="http://schemas.microsoft.com/office/drawing/2014/main" id="{DF925371-E1A7-478B-95AA-F1EC6C7A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13" name="premium-card-accent-JUN">
            <a:extLst xmlns:a="http://schemas.openxmlformats.org/drawingml/2006/main">
              <a:ext uri="{FF2B5EF4-FFF2-40B4-BE49-F238E27FC236}">
                <a16:creationId xmlns:a16="http://schemas.microsoft.com/office/drawing/2014/main" id="{0D77AA30-EB19-4172-B54E-A2BD53C3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premium-row-bg-JUN-1">
            <a:extLst xmlns:a="http://schemas.openxmlformats.org/drawingml/2006/main">
              <a:ext uri="{FF2B5EF4-FFF2-40B4-BE49-F238E27FC236}">
                <a16:creationId xmlns:a16="http://schemas.microsoft.com/office/drawing/2014/main" id="{345CB6F9-7B5B-4A71-9E2B-B185025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5" name="premium-row-dot-JUN-1">
            <a:extLst xmlns:a="http://schemas.openxmlformats.org/drawingml/2006/main">
              <a:ext uri="{FF2B5EF4-FFF2-40B4-BE49-F238E27FC236}">
                <a16:creationId xmlns:a16="http://schemas.microsoft.com/office/drawing/2014/main" id="{0168A5FF-2216-4981-90A7-824551F1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6" name="premium-row-text-JUN-1">
            <a:extLst xmlns:a="http://schemas.openxmlformats.org/drawingml/2006/main">
              <a:ext uri="{FF2B5EF4-FFF2-40B4-BE49-F238E27FC236}">
                <a16:creationId xmlns:a16="http://schemas.microsoft.com/office/drawing/2014/main" id="{2CBDB0F5-8ED6-4EEE-B2D7-3C20662B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117" name="premium-row-bg-JUN-2">
            <a:extLst xmlns:a="http://schemas.openxmlformats.org/drawingml/2006/main">
              <a:ext uri="{FF2B5EF4-FFF2-40B4-BE49-F238E27FC236}">
                <a16:creationId xmlns:a16="http://schemas.microsoft.com/office/drawing/2014/main" id="{EA541793-A01C-4B6F-AE1C-E26F8B6A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8" name="premium-row-dot-JUN-2">
            <a:extLst xmlns:a="http://schemas.openxmlformats.org/drawingml/2006/main">
              <a:ext uri="{FF2B5EF4-FFF2-40B4-BE49-F238E27FC236}">
                <a16:creationId xmlns:a16="http://schemas.microsoft.com/office/drawing/2014/main" id="{959D4F88-59B4-4333-B876-6DAB34F11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9" name="premium-row-text-JUN-2">
            <a:extLst xmlns:a="http://schemas.openxmlformats.org/drawingml/2006/main">
              <a:ext uri="{FF2B5EF4-FFF2-40B4-BE49-F238E27FC236}">
                <a16:creationId xmlns:a16="http://schemas.microsoft.com/office/drawing/2014/main" id="{00F49B70-B233-4520-AA64-D3F60694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 Cause Workbench</a:t>
            </a:r>
          </a:p>
        </p:txBody>
      </p:sp>
      <p:sp>
        <p:nvSpPr>
          <p:cNvPr id="123" name="premium-card-JUL">
            <a:extLst xmlns:a="http://schemas.openxmlformats.org/drawingml/2006/main">
              <a:ext uri="{FF2B5EF4-FFF2-40B4-BE49-F238E27FC236}">
                <a16:creationId xmlns:a16="http://schemas.microsoft.com/office/drawing/2014/main" id="{639F6FD3-91CC-49C1-8DA9-614E0FB1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4" name="premium-card-accent-JUL">
            <a:extLst xmlns:a="http://schemas.openxmlformats.org/drawingml/2006/main">
              <a:ext uri="{FF2B5EF4-FFF2-40B4-BE49-F238E27FC236}">
                <a16:creationId xmlns:a16="http://schemas.microsoft.com/office/drawing/2014/main" id="{9E42618E-84E8-45FC-9E6F-0C01CC09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" name="premium-row-bg-JUL-1">
            <a:extLst xmlns:a="http://schemas.openxmlformats.org/drawingml/2006/main">
              <a:ext uri="{FF2B5EF4-FFF2-40B4-BE49-F238E27FC236}">
                <a16:creationId xmlns:a16="http://schemas.microsoft.com/office/drawing/2014/main" id="{13015758-2A3E-43CA-9A5D-E0ACA31C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6" name="premium-row-dot-JUL-1">
            <a:extLst xmlns:a="http://schemas.openxmlformats.org/drawingml/2006/main">
              <a:ext uri="{FF2B5EF4-FFF2-40B4-BE49-F238E27FC236}">
                <a16:creationId xmlns:a16="http://schemas.microsoft.com/office/drawing/2014/main" id="{2B0E2BDE-0C73-412B-86AD-DB521890F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7" name="premium-row-text-JUL-1">
            <a:extLst xmlns:a="http://schemas.openxmlformats.org/drawingml/2006/main">
              <a:ext uri="{FF2B5EF4-FFF2-40B4-BE49-F238E27FC236}">
                <a16:creationId xmlns:a16="http://schemas.microsoft.com/office/drawing/2014/main" id="{EA06D460-FC64-4D9F-9CA0-9A82A8B3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LLM Arena</a:t>
            </a:r>
          </a:p>
        </p:txBody>
      </p:sp>
      <p:sp>
        <p:nvSpPr>
          <p:cNvPr id="128" name="premium-row-bg-JUL-2">
            <a:extLst xmlns:a="http://schemas.openxmlformats.org/drawingml/2006/main">
              <a:ext uri="{FF2B5EF4-FFF2-40B4-BE49-F238E27FC236}">
                <a16:creationId xmlns:a16="http://schemas.microsoft.com/office/drawing/2014/main" id="{1F42ABD4-128D-44DD-AB57-BE489DC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" name="premium-row-dot-JUL-2">
            <a:extLst xmlns:a="http://schemas.openxmlformats.org/drawingml/2006/main">
              <a:ext uri="{FF2B5EF4-FFF2-40B4-BE49-F238E27FC236}">
                <a16:creationId xmlns:a16="http://schemas.microsoft.com/office/drawing/2014/main" id="{83B18F28-3C4F-469D-9F9F-5246446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0" name="premium-row-text-JUL-2">
            <a:extLst xmlns:a="http://schemas.openxmlformats.org/drawingml/2006/main">
              <a:ext uri="{FF2B5EF4-FFF2-40B4-BE49-F238E27FC236}">
                <a16:creationId xmlns:a16="http://schemas.microsoft.com/office/drawing/2014/main" id="{A8EE79CD-32F1-4103-9EF3-92D75F81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CI /CD Gatekeeper </a:t>
            </a:r>
          </a:p>
        </p:txBody>
      </p:sp>
      <p:sp>
        <p:nvSpPr>
          <p:cNvPr id="131" name="premium-row-bg-JUL-3">
            <a:extLst xmlns:a="http://schemas.openxmlformats.org/drawingml/2006/main">
              <a:ext uri="{FF2B5EF4-FFF2-40B4-BE49-F238E27FC236}">
                <a16:creationId xmlns:a16="http://schemas.microsoft.com/office/drawing/2014/main" id="{B1BB1668-D57E-46EB-87BF-9EBB448C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32" name="premium-row-dot-JUL-3">
            <a:extLst xmlns:a="http://schemas.openxmlformats.org/drawingml/2006/main">
              <a:ext uri="{FF2B5EF4-FFF2-40B4-BE49-F238E27FC236}">
                <a16:creationId xmlns:a16="http://schemas.microsoft.com/office/drawing/2014/main" id="{3D2883A5-FD3A-476C-BA7D-8D115E24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3" name="premium-row-text-JUL-3">
            <a:extLst xmlns:a="http://schemas.openxmlformats.org/drawingml/2006/main">
              <a:ext uri="{FF2B5EF4-FFF2-40B4-BE49-F238E27FC236}">
                <a16:creationId xmlns:a16="http://schemas.microsoft.com/office/drawing/2014/main" id="{E0C01CCF-5A82-4AE2-BEF6-70BE41F7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Run Eval from Platform</a:t>
            </a:r>
          </a:p>
        </p:txBody>
      </p:sp>
      <p:sp>
        <p:nvSpPr>
          <p:cNvPr id="134" name="premium-card-AUG">
            <a:extLst xmlns:a="http://schemas.openxmlformats.org/drawingml/2006/main">
              <a:ext uri="{FF2B5EF4-FFF2-40B4-BE49-F238E27FC236}">
                <a16:creationId xmlns:a16="http://schemas.microsoft.com/office/drawing/2014/main" id="{C9381B79-C7D6-41EE-B0A5-3D438C99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5" name="premium-card-accent-AUG">
            <a:extLst xmlns:a="http://schemas.openxmlformats.org/drawingml/2006/main">
              <a:ext uri="{FF2B5EF4-FFF2-40B4-BE49-F238E27FC236}">
                <a16:creationId xmlns:a16="http://schemas.microsoft.com/office/drawing/2014/main" id="{23269310-718B-4D6D-B4F2-1B1F031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6" name="premium-row-bg-AUG-1">
            <a:extLst xmlns:a="http://schemas.openxmlformats.org/drawingml/2006/main">
              <a:ext uri="{FF2B5EF4-FFF2-40B4-BE49-F238E27FC236}">
                <a16:creationId xmlns:a16="http://schemas.microsoft.com/office/drawing/2014/main" id="{A1434E25-B1E0-4DB2-8316-6BB6723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7" name="premium-row-dot-AUG-1">
            <a:extLst xmlns:a="http://schemas.openxmlformats.org/drawingml/2006/main">
              <a:ext uri="{FF2B5EF4-FFF2-40B4-BE49-F238E27FC236}">
                <a16:creationId xmlns:a16="http://schemas.microsoft.com/office/drawing/2014/main" id="{80751091-6A2F-420F-A3D5-0F34320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8" name="premium-row-text-AUG-1">
            <a:extLst xmlns:a="http://schemas.openxmlformats.org/drawingml/2006/main">
              <a:ext uri="{FF2B5EF4-FFF2-40B4-BE49-F238E27FC236}">
                <a16:creationId xmlns:a16="http://schemas.microsoft.com/office/drawing/2014/main" id="{D3AF0282-A193-4BAA-93A9-81BBC9B5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Insights Dashboard</a:t>
            </a:r>
          </a:p>
        </p:txBody>
      </p:sp>
      <p:sp>
        <p:nvSpPr>
          <p:cNvPr id="139" name="premium-row-bg-AUG-2">
            <a:extLst xmlns:a="http://schemas.openxmlformats.org/drawingml/2006/main">
              <a:ext uri="{FF2B5EF4-FFF2-40B4-BE49-F238E27FC236}">
                <a16:creationId xmlns:a16="http://schemas.microsoft.com/office/drawing/2014/main" id="{D26FD30E-76AA-46EE-9FE0-432C9BA9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0" name="premium-row-dot-AUG-2">
            <a:extLst xmlns:a="http://schemas.openxmlformats.org/drawingml/2006/main">
              <a:ext uri="{FF2B5EF4-FFF2-40B4-BE49-F238E27FC236}">
                <a16:creationId xmlns:a16="http://schemas.microsoft.com/office/drawing/2014/main" id="{DA57D9F7-9091-4AE6-A4ED-0317835C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1" name="premium-row-text-AUG-2">
            <a:extLst xmlns:a="http://schemas.openxmlformats.org/drawingml/2006/main">
              <a:ext uri="{FF2B5EF4-FFF2-40B4-BE49-F238E27FC236}">
                <a16:creationId xmlns:a16="http://schemas.microsoft.com/office/drawing/2014/main" id="{4714797E-691D-4D7A-83D7-AF63DA36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SDK Tracing Helpers</a:t>
            </a:r>
          </a:p>
        </p:txBody>
      </p:sp>
      <p:sp>
        <p:nvSpPr>
          <p:cNvPr id="142" name="premium-row-bg-AUG-3">
            <a:extLst xmlns:a="http://schemas.openxmlformats.org/drawingml/2006/main">
              <a:ext uri="{FF2B5EF4-FFF2-40B4-BE49-F238E27FC236}">
                <a16:creationId xmlns:a16="http://schemas.microsoft.com/office/drawing/2014/main" id="{DFA6B801-0B13-47D1-ABF8-BF60D39D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" name="premium-row-dot-AUG-3">
            <a:extLst xmlns:a="http://schemas.openxmlformats.org/drawingml/2006/main">
              <a:ext uri="{FF2B5EF4-FFF2-40B4-BE49-F238E27FC236}">
                <a16:creationId xmlns:a16="http://schemas.microsoft.com/office/drawing/2014/main" id="{2011F2D4-1313-4552-8743-532C084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4" name="premium-row-text-AUG-3">
            <a:extLst xmlns:a="http://schemas.openxmlformats.org/drawingml/2006/main">
              <a:ext uri="{FF2B5EF4-FFF2-40B4-BE49-F238E27FC236}">
                <a16:creationId xmlns:a16="http://schemas.microsoft.com/office/drawing/2014/main" id="{96C9B7CB-C6A4-43A7-94E1-D80F13B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marL="0" indent="0"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Experiments Studio</a:t>
            </a:r>
          </a:p>
        </p:txBody>
      </p:sp>
      <p:sp>
        <p:nvSpPr>
          <p:cNvPr id="145" name="premium-card-SEP">
            <a:extLst xmlns:a="http://schemas.openxmlformats.org/drawingml/2006/main">
              <a:ext uri="{FF2B5EF4-FFF2-40B4-BE49-F238E27FC236}">
                <a16:creationId xmlns:a16="http://schemas.microsoft.com/office/drawing/2014/main" id="{B3DE7B25-5385-4C17-B84C-0EC432AF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6" name="premium-card-accent-SEP">
            <a:extLst xmlns:a="http://schemas.openxmlformats.org/drawingml/2006/main">
              <a:ext uri="{FF2B5EF4-FFF2-40B4-BE49-F238E27FC236}">
                <a16:creationId xmlns:a16="http://schemas.microsoft.com/office/drawing/2014/main" id="{817E8D2E-76F0-4187-8DF9-0F83BC8D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7" name="premium-row-bg-SEP-1">
            <a:extLst xmlns:a="http://schemas.openxmlformats.org/drawingml/2006/main">
              <a:ext uri="{FF2B5EF4-FFF2-40B4-BE49-F238E27FC236}">
                <a16:creationId xmlns:a16="http://schemas.microsoft.com/office/drawing/2014/main" id="{6E98FFE2-25C6-4F30-926F-1B159019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48" name="premium-row-dot-SEP-1">
            <a:extLst xmlns:a="http://schemas.openxmlformats.org/drawingml/2006/main">
              <a:ext uri="{FF2B5EF4-FFF2-40B4-BE49-F238E27FC236}">
                <a16:creationId xmlns:a16="http://schemas.microsoft.com/office/drawing/2014/main" id="{7967C345-4A06-4631-AB0E-3E87951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9" name="premium-row-text-SEP-1">
            <a:extLst xmlns:a="http://schemas.openxmlformats.org/drawingml/2006/main">
              <a:ext uri="{FF2B5EF4-FFF2-40B4-BE49-F238E27FC236}">
                <a16:creationId xmlns:a16="http://schemas.microsoft.com/office/drawing/2014/main" id="{EDFC21C9-6AF0-4D45-A7DF-78B413C0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Auto Optimizer</a:t>
            </a:r>
          </a:p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</a:p>
        </p:txBody>
      </p:sp>
      <p:sp>
        <p:nvSpPr>
          <p:cNvPr id="150" name="premium-row-bg-SEP-2">
            <a:extLst xmlns:a="http://schemas.openxmlformats.org/drawingml/2006/main">
              <a:ext uri="{FF2B5EF4-FFF2-40B4-BE49-F238E27FC236}">
                <a16:creationId xmlns:a16="http://schemas.microsoft.com/office/drawing/2014/main" id="{15715281-795F-4182-9376-A6D82561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1" name="premium-row-dot-SEP-2">
            <a:extLst xmlns:a="http://schemas.openxmlformats.org/drawingml/2006/main">
              <a:ext uri="{FF2B5EF4-FFF2-40B4-BE49-F238E27FC236}">
                <a16:creationId xmlns:a16="http://schemas.microsoft.com/office/drawing/2014/main" id="{E590AADD-2A49-472B-95B3-F14B41B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2" name="premium-row-text-SEP-2">
            <a:extLst xmlns:a="http://schemas.openxmlformats.org/drawingml/2006/main">
              <a:ext uri="{FF2B5EF4-FFF2-40B4-BE49-F238E27FC236}">
                <a16:creationId xmlns:a16="http://schemas.microsoft.com/office/drawing/2014/main" id="{FBAF3E44-1C70-4D67-BDB2-EB256A16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Evaluation Marketplace</a:t>
            </a:r>
          </a:p>
        </p:txBody>
      </p:sp>
      <p:sp>
        <p:nvSpPr>
          <p:cNvPr id="153" name="premium-row-bg-SEP-3">
            <a:extLst xmlns:a="http://schemas.openxmlformats.org/drawingml/2006/main">
              <a:ext uri="{FF2B5EF4-FFF2-40B4-BE49-F238E27FC236}">
                <a16:creationId xmlns:a16="http://schemas.microsoft.com/office/drawing/2014/main" id="{F833BB90-3BA1-47F0-BC40-E0D61D73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4" name="premium-row-dot-SEP-3">
            <a:extLst xmlns:a="http://schemas.openxmlformats.org/drawingml/2006/main">
              <a:ext uri="{FF2B5EF4-FFF2-40B4-BE49-F238E27FC236}">
                <a16:creationId xmlns:a16="http://schemas.microsoft.com/office/drawing/2014/main" id="{ADA08BF8-DB12-4342-A0EF-0F7D4AC2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5" name="premium-row-text-SEP-3">
            <a:extLst xmlns:a="http://schemas.openxmlformats.org/drawingml/2006/main">
              <a:ext uri="{FF2B5EF4-FFF2-40B4-BE49-F238E27FC236}">
                <a16:creationId xmlns:a16="http://schemas.microsoft.com/office/drawing/2014/main" id="{48CDF30E-F4A3-427B-8D6C-7929CF16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Production Tracing</a:t>
            </a:r>
          </a:p>
        </p:txBody>
      </p:sp>
      <p:sp>
        <p:nvSpPr>
          <p:cNvPr id="156" name="premium-card-OCT">
            <a:extLst xmlns:a="http://schemas.openxmlformats.org/drawingml/2006/main">
              <a:ext uri="{FF2B5EF4-FFF2-40B4-BE49-F238E27FC236}">
                <a16:creationId xmlns:a16="http://schemas.microsoft.com/office/drawing/2014/main" id="{BA100588-40F7-48FA-8DCD-006E142A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7" name="premium-card-accent-OCT">
            <a:extLst xmlns:a="http://schemas.openxmlformats.org/drawingml/2006/main">
              <a:ext uri="{FF2B5EF4-FFF2-40B4-BE49-F238E27FC236}">
                <a16:creationId xmlns:a16="http://schemas.microsoft.com/office/drawing/2014/main" id="{2C375B0C-6EAC-4065-88C2-538DE0D9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815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8" name="premium-row-bg-OCT-1">
            <a:extLst xmlns:a="http://schemas.openxmlformats.org/drawingml/2006/main">
              <a:ext uri="{FF2B5EF4-FFF2-40B4-BE49-F238E27FC236}">
                <a16:creationId xmlns:a16="http://schemas.microsoft.com/office/drawing/2014/main" id="{E23F48F4-F035-450C-8708-5681AAAF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053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9" name="premium-row-dot-OCT-1">
            <a:extLst xmlns:a="http://schemas.openxmlformats.org/drawingml/2006/main">
              <a:ext uri="{FF2B5EF4-FFF2-40B4-BE49-F238E27FC236}">
                <a16:creationId xmlns:a16="http://schemas.microsoft.com/office/drawing/2014/main" id="{4B443EE0-1752-49F2-9A13-2A41C549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0" name="premium-row-text-OCT-1">
            <a:extLst xmlns:a="http://schemas.openxmlformats.org/drawingml/2006/main">
              <a:ext uri="{FF2B5EF4-FFF2-40B4-BE49-F238E27FC236}">
                <a16:creationId xmlns:a16="http://schemas.microsoft.com/office/drawing/2014/main" id="{22A2DC82-941F-4325-B894-564BAB0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5243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Synthetic Dataset Builder</a:t>
            </a:r>
          </a:p>
        </p:txBody>
      </p:sp>
      <p:sp>
        <p:nvSpPr>
          <p:cNvPr id="161" name="premium-row-bg-OCT-2">
            <a:extLst xmlns:a="http://schemas.openxmlformats.org/drawingml/2006/main">
              <a:ext uri="{FF2B5EF4-FFF2-40B4-BE49-F238E27FC236}">
                <a16:creationId xmlns:a16="http://schemas.microsoft.com/office/drawing/2014/main" id="{F5A26E6C-4ECE-4F3E-94C9-308960D1C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434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2" name="premium-row-dot-OCT-2">
            <a:extLst xmlns:a="http://schemas.openxmlformats.org/drawingml/2006/main">
              <a:ext uri="{FF2B5EF4-FFF2-40B4-BE49-F238E27FC236}">
                <a16:creationId xmlns:a16="http://schemas.microsoft.com/office/drawing/2014/main" id="{4658B674-F9ED-4822-9D48-65F5E3D6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3" name="premium-row-text-OCT-2">
            <a:extLst xmlns:a="http://schemas.openxmlformats.org/drawingml/2006/main">
              <a:ext uri="{FF2B5EF4-FFF2-40B4-BE49-F238E27FC236}">
                <a16:creationId xmlns:a16="http://schemas.microsoft.com/office/drawing/2014/main" id="{62295C4B-6E46-4DC7-A2C2-D59E575C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625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Multi-Turn Eval Pack</a:t>
            </a:r>
          </a:p>
        </p:txBody>
      </p:sp>
      <p:sp>
        <p:nvSpPr>
          <p:cNvPr id="164" name="premium-row-bg-OCT-3">
            <a:extLst xmlns:a="http://schemas.openxmlformats.org/drawingml/2006/main">
              <a:ext uri="{FF2B5EF4-FFF2-40B4-BE49-F238E27FC236}">
                <a16:creationId xmlns:a16="http://schemas.microsoft.com/office/drawing/2014/main" id="{FC2B0DEA-2377-4627-BD41-48BCE2E3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9815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5" name="premium-row-dot-OCT-3">
            <a:extLst xmlns:a="http://schemas.openxmlformats.org/drawingml/2006/main">
              <a:ext uri="{FF2B5EF4-FFF2-40B4-BE49-F238E27FC236}">
                <a16:creationId xmlns:a16="http://schemas.microsoft.com/office/drawing/2014/main" id="{B2DFE073-3E0A-4CD5-8872-5A2F616F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482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6" name="premium-row-text-OCT-3">
            <a:extLst xmlns:a="http://schemas.openxmlformats.org/drawingml/2006/main">
              <a:ext uri="{FF2B5EF4-FFF2-40B4-BE49-F238E27FC236}">
                <a16:creationId xmlns:a16="http://schemas.microsoft.com/office/drawing/2014/main" id="{5E2EF614-D434-45ED-A016-69429E2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50006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Chat Eval Pack</a:t>
            </a:r>
          </a:p>
        </p:txBody>
      </p:sp>
      <p:sp>
        <p:nvSpPr>
          <p:cNvPr id="167" name="premium-card-NOV">
            <a:extLst xmlns:a="http://schemas.openxmlformats.org/drawingml/2006/main">
              <a:ext uri="{FF2B5EF4-FFF2-40B4-BE49-F238E27FC236}">
                <a16:creationId xmlns:a16="http://schemas.microsoft.com/office/drawing/2014/main" id="{2F042748-1F98-4786-8474-FFA7EE01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10B981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8" name="premium-card-accent-NOV">
            <a:extLst xmlns:a="http://schemas.openxmlformats.org/drawingml/2006/main">
              <a:ext uri="{FF2B5EF4-FFF2-40B4-BE49-F238E27FC236}">
                <a16:creationId xmlns:a16="http://schemas.microsoft.com/office/drawing/2014/main" id="{5DF304AD-4CA1-47D8-8FCC-A7CCE020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05100"/>
            <a:ext cx="1485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9" name="premium-row-bg-NOV-1">
            <a:extLst xmlns:a="http://schemas.openxmlformats.org/drawingml/2006/main">
              <a:ext uri="{FF2B5EF4-FFF2-40B4-BE49-F238E27FC236}">
                <a16:creationId xmlns:a16="http://schemas.microsoft.com/office/drawing/2014/main" id="{65830A0E-B276-47BC-9A96-929D171D4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2892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0" name="premium-row-dot-NOV-1">
            <a:extLst xmlns:a="http://schemas.openxmlformats.org/drawingml/2006/main">
              <a:ext uri="{FF2B5EF4-FFF2-40B4-BE49-F238E27FC236}">
                <a16:creationId xmlns:a16="http://schemas.microsoft.com/office/drawing/2014/main" id="{5155195B-37B3-4A73-963D-4A54F58F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956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1" name="premium-row-text-NOV-1">
            <a:extLst xmlns:a="http://schemas.openxmlformats.org/drawingml/2006/main">
              <a:ext uri="{FF2B5EF4-FFF2-40B4-BE49-F238E27FC236}">
                <a16:creationId xmlns:a16="http://schemas.microsoft.com/office/drawing/2014/main" id="{29766623-149E-42CB-AED7-86373657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84797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Guardrails Eval Pack</a:t>
            </a:r>
          </a:p>
        </p:txBody>
      </p:sp>
      <p:sp>
        <p:nvSpPr>
          <p:cNvPr id="172" name="premium-row-bg-NOV-2">
            <a:extLst xmlns:a="http://schemas.openxmlformats.org/drawingml/2006/main">
              <a:ext uri="{FF2B5EF4-FFF2-40B4-BE49-F238E27FC236}">
                <a16:creationId xmlns:a16="http://schemas.microsoft.com/office/drawing/2014/main" id="{13C845DA-81A8-4603-A99E-C3F2D96D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670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3" name="premium-row-dot-NOV-2">
            <a:extLst xmlns:a="http://schemas.openxmlformats.org/drawingml/2006/main">
              <a:ext uri="{FF2B5EF4-FFF2-40B4-BE49-F238E27FC236}">
                <a16:creationId xmlns:a16="http://schemas.microsoft.com/office/drawing/2014/main" id="{FB240CFF-DFDE-4C75-8438-44043F778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1337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4" name="premium-row-text-NOV-2">
            <a:extLst xmlns:a="http://schemas.openxmlformats.org/drawingml/2006/main">
              <a:ext uri="{FF2B5EF4-FFF2-40B4-BE49-F238E27FC236}">
                <a16:creationId xmlns:a16="http://schemas.microsoft.com/office/drawing/2014/main" id="{00186E3B-9C3D-4A20-84E6-1EE380DC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086100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General Performance Metrics</a:t>
            </a:r>
          </a:p>
        </p:txBody>
      </p:sp>
      <p:sp>
        <p:nvSpPr>
          <p:cNvPr id="175" name="premium-row-bg-NOV-3">
            <a:extLst xmlns:a="http://schemas.openxmlformats.org/drawingml/2006/main">
              <a:ext uri="{FF2B5EF4-FFF2-40B4-BE49-F238E27FC236}">
                <a16:creationId xmlns:a16="http://schemas.microsoft.com/office/drawing/2014/main" id="{50ADC6E9-85C6-48D2-BBE6-369A33E7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05175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6" name="premium-row-dot-NOV-3">
            <a:extLst xmlns:a="http://schemas.openxmlformats.org/drawingml/2006/main">
              <a:ext uri="{FF2B5EF4-FFF2-40B4-BE49-F238E27FC236}">
                <a16:creationId xmlns:a16="http://schemas.microsoft.com/office/drawing/2014/main" id="{7EEDF6F3-D965-49CD-A18A-6C9409CB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71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" name="premium-row-text-NOV-3">
            <a:extLst xmlns:a="http://schemas.openxmlformats.org/drawingml/2006/main">
              <a:ext uri="{FF2B5EF4-FFF2-40B4-BE49-F238E27FC236}">
                <a16:creationId xmlns:a16="http://schemas.microsoft.com/office/drawing/2014/main" id="{16FFE8EA-FD39-4416-98AF-EE095E231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242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More Metrics and Packs</a:t>
            </a:r>
          </a:p>
        </p:txBody>
      </p:sp>
      <p:sp>
        <p:nvSpPr>
          <p:cNvPr id="178" name="premium-card-DEC">
            <a:extLst xmlns:a="http://schemas.openxmlformats.org/drawingml/2006/main">
              <a:ext uri="{FF2B5EF4-FFF2-40B4-BE49-F238E27FC236}">
                <a16:creationId xmlns:a16="http://schemas.microsoft.com/office/drawing/2014/main" id="{044D1327-F91B-4E51-9224-3CE44B99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buNone/>
            </a:pPr>
          </a:p>
        </p:txBody>
      </p:sp>
      <p:sp>
        <p:nvSpPr>
          <p:cNvPr id="179" name="premium-card-accent-DEC">
            <a:extLst xmlns:a="http://schemas.openxmlformats.org/drawingml/2006/main">
              <a:ext uri="{FF2B5EF4-FFF2-40B4-BE49-F238E27FC236}">
                <a16:creationId xmlns:a16="http://schemas.microsoft.com/office/drawing/2014/main" id="{75CF9E9F-EF9B-4E33-9D60-853A684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3815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0" name="premium-row-bg-DEC-1">
            <a:extLst xmlns:a="http://schemas.openxmlformats.org/drawingml/2006/main">
              <a:ext uri="{FF2B5EF4-FFF2-40B4-BE49-F238E27FC236}">
                <a16:creationId xmlns:a16="http://schemas.microsoft.com/office/drawing/2014/main" id="{8AC18C1B-A047-4D7D-8362-DC357628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053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1" name="premium-row-dot-DEC-1">
            <a:extLst xmlns:a="http://schemas.openxmlformats.org/drawingml/2006/main">
              <a:ext uri="{FF2B5EF4-FFF2-40B4-BE49-F238E27FC236}">
                <a16:creationId xmlns:a16="http://schemas.microsoft.com/office/drawing/2014/main" id="{6AE14149-32F8-4AC3-8402-9C286CCD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57200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2" name="premium-row-text-DEC-1">
            <a:extLst xmlns:a="http://schemas.openxmlformats.org/drawingml/2006/main">
              <a:ext uri="{FF2B5EF4-FFF2-40B4-BE49-F238E27FC236}">
                <a16:creationId xmlns:a16="http://schemas.microsoft.com/office/drawing/2014/main" id="{785BAACC-DBD3-45ED-BCFE-D242E81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52437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System Analyzer</a:t>
            </a:r>
          </a:p>
        </p:txBody>
      </p:sp>
      <p:sp>
        <p:nvSpPr>
          <p:cNvPr id="183" name="premium-row-bg-DEC-2">
            <a:extLst xmlns:a="http://schemas.openxmlformats.org/drawingml/2006/main">
              <a:ext uri="{FF2B5EF4-FFF2-40B4-BE49-F238E27FC236}">
                <a16:creationId xmlns:a16="http://schemas.microsoft.com/office/drawing/2014/main" id="{A44DBE95-7039-4B50-A7F1-7B1DDB4B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743450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4" name="premium-row-dot-DEC-2">
            <a:extLst xmlns:a="http://schemas.openxmlformats.org/drawingml/2006/main">
              <a:ext uri="{FF2B5EF4-FFF2-40B4-BE49-F238E27FC236}">
                <a16:creationId xmlns:a16="http://schemas.microsoft.com/office/drawing/2014/main" id="{3457E392-E22D-49CE-9600-62AF1ED3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481012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5" name="premium-row-text-DEC-2">
            <a:extLst xmlns:a="http://schemas.openxmlformats.org/drawingml/2006/main">
              <a:ext uri="{FF2B5EF4-FFF2-40B4-BE49-F238E27FC236}">
                <a16:creationId xmlns:a16="http://schemas.microsoft.com/office/drawing/2014/main" id="{508D1951-7D29-48AD-9F73-118AFB1E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4762500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68" b="0">
                <a:solidFill>
                  <a:srgbClr val="EDEDF0"/>
                </a:solidFill>
              </a:defRPr>
            </a:pPr>
            <a:r>
              <a:rPr sz="668">
                <a:solidFill>
                  <a:srgbClr val="EDEDF0"/>
                </a:solidFill>
                <a:latin typeface="Aptos"/>
                <a:ea typeface="Aptos"/>
                <a:cs typeface="Aptos"/>
              </a:rPr>
              <a:t>Platform V2</a:t>
            </a:r>
          </a:p>
        </p:txBody>
      </p:sp>
    </p:spTree>
    <p:extLst>
      <p:ext uri="{BB962C8B-B14F-4D97-AF65-F5344CB8AC3E}">
        <p14:creationId xmlns:p14="http://schemas.microsoft.com/office/powerpoint/2010/main" val="18004649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vision-background">
            <a:extLst xmlns:a="http://schemas.openxmlformats.org/drawingml/2006/main">
              <a:ext uri="{FF2B5EF4-FFF2-40B4-BE49-F238E27FC236}">
                <a16:creationId xmlns:a16="http://schemas.microsoft.com/office/drawing/2014/main" id="{3B1B3F35-B44E-4234-9F94-9A839A62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vision-surface">
            <a:extLst xmlns:a="http://schemas.openxmlformats.org/drawingml/2006/main">
              <a:ext uri="{FF2B5EF4-FFF2-40B4-BE49-F238E27FC236}">
                <a16:creationId xmlns:a16="http://schemas.microsoft.com/office/drawing/2014/main" id="{B065CF56-7003-4254-ABA6-331FCB12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5275"/>
            <a:ext cx="12192000" cy="6562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vision-top-accent">
            <a:extLst xmlns:a="http://schemas.openxmlformats.org/drawingml/2006/main">
              <a:ext uri="{FF2B5EF4-FFF2-40B4-BE49-F238E27FC236}">
                <a16:creationId xmlns:a16="http://schemas.microsoft.com/office/drawing/2014/main" id="{8308A972-4D58-4A5C-B3C0-C51EC9AF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vision-bottom-rule">
            <a:extLst xmlns:a="http://schemas.openxmlformats.org/drawingml/2006/main">
              <a:ext uri="{FF2B5EF4-FFF2-40B4-BE49-F238E27FC236}">
                <a16:creationId xmlns:a16="http://schemas.microsoft.com/office/drawing/2014/main" id="{C7304A3D-0F43-4BE3-BB63-1B6BA37C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389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0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5ab421deac4b58"/>
          <a:stretch xmlns:a="http://schemas.openxmlformats.org/drawingml/2006/main"/>
        </p:blipFill>
        <p:spPr>
          <a:xfrm xmlns:a="http://schemas.openxmlformats.org/drawingml/2006/main">
            <a:off x="495300" y="324007"/>
            <a:ext cx="400050" cy="399736"/>
          </a:xfrm>
          <a:prstGeom xmlns:a="http://schemas.openxmlformats.org/drawingml/2006/main" prst="rect">
            <a:avLst/>
          </a:prstGeom>
        </p:spPr>
      </p:pic>
      <p:pic>
        <p:nvPicPr>
          <p:cNvPr id="10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f59a1a79b43ee"/>
          <a:stretch xmlns:a="http://schemas.openxmlformats.org/drawingml/2006/main"/>
        </p:blipFill>
        <p:spPr>
          <a:xfrm xmlns:a="http://schemas.openxmlformats.org/drawingml/2006/main">
            <a:off x="991828" y="285750"/>
            <a:ext cx="778595" cy="495300"/>
          </a:xfrm>
          <a:prstGeom xmlns:a="http://schemas.openxmlformats.org/drawingml/2006/main" prst="rect">
            <a:avLst/>
          </a:prstGeom>
        </p:spPr>
      </p:pic>
      <p:sp>
        <p:nvSpPr>
          <p:cNvPr id="8" name="vision-title">
            <a:extLst xmlns:a="http://schemas.openxmlformats.org/drawingml/2006/main">
              <a:ext uri="{FF2B5EF4-FFF2-40B4-BE49-F238E27FC236}">
                <a16:creationId xmlns:a16="http://schemas.microsoft.com/office/drawing/2014/main" id="{C031B04F-1122-4732-A091-2B5753A4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584" y="214313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EDEDF0"/>
                </a:solidFill>
              </a:defRPr>
            </a:pPr>
            <a:r>
              <a:rPr sz="40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AI QUALITY OPERATING SYSTEM</a:t>
            </a:r>
          </a:p>
        </p:txBody>
      </p:sp>
      <p:sp>
        <p:nvSpPr>
          <p:cNvPr id="13" name="pillar-label">
            <a:extLst xmlns:a="http://schemas.openxmlformats.org/drawingml/2006/main">
              <a:ext uri="{FF2B5EF4-FFF2-40B4-BE49-F238E27FC236}">
                <a16:creationId xmlns:a16="http://schemas.microsoft.com/office/drawing/2014/main" id="{6F5D1FE3-6535-4821-80A2-5ED25619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00D4AA"/>
                </a:solidFill>
              </a:defRPr>
            </a:pPr>
            <a:r>
              <a:rPr sz="75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FOUR PRODUCT PILLARS</a:t>
            </a:r>
          </a:p>
        </p:txBody>
      </p:sp>
      <p:sp>
        <p:nvSpPr>
          <p:cNvPr id="14" name="pillar-rule">
            <a:extLst xmlns:a="http://schemas.openxmlformats.org/drawingml/2006/main">
              <a:ext uri="{FF2B5EF4-FFF2-40B4-BE49-F238E27FC236}">
                <a16:creationId xmlns:a16="http://schemas.microsoft.com/office/drawing/2014/main" id="{B1618151-2E4B-4B83-87FC-CD1F4EB3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714500"/>
            <a:ext cx="9639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253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pillar-card-1">
            <a:extLst xmlns:a="http://schemas.openxmlformats.org/drawingml/2006/main">
              <a:ext uri="{FF2B5EF4-FFF2-40B4-BE49-F238E27FC236}">
                <a16:creationId xmlns:a16="http://schemas.microsoft.com/office/drawing/2014/main" id="{D53AB58E-614C-484D-90AB-599CE37C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2667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D4AA">
                <a:alpha val="50196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pillar-accent-1">
            <a:extLst xmlns:a="http://schemas.openxmlformats.org/drawingml/2006/main">
              <a:ext uri="{FF2B5EF4-FFF2-40B4-BE49-F238E27FC236}">
                <a16:creationId xmlns:a16="http://schemas.microsoft.com/office/drawing/2014/main" id="{EE8D38FC-64DD-4917-89E2-370D85F2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pillar-number-bg-1">
            <a:extLst xmlns:a="http://schemas.openxmlformats.org/drawingml/2006/main">
              <a:ext uri="{FF2B5EF4-FFF2-40B4-BE49-F238E27FC236}">
                <a16:creationId xmlns:a16="http://schemas.microsoft.com/office/drawing/2014/main" id="{4E4BD378-3C4D-4310-8CFB-A8B5ACA5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>
              <a:alpha val="13333"/>
            </a:srgbClr>
          </a:solidFill>
          <a:ln xmlns:a="http://schemas.openxmlformats.org/drawingml/2006/main" w="9525">
            <a:solidFill>
              <a:srgbClr val="00D4AA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pillar-number-1">
            <a:extLst xmlns:a="http://schemas.openxmlformats.org/drawingml/2006/main">
              <a:ext uri="{FF2B5EF4-FFF2-40B4-BE49-F238E27FC236}">
                <a16:creationId xmlns:a16="http://schemas.microsoft.com/office/drawing/2014/main" id="{C49038D0-1566-42FA-B1D5-058B0FC5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D4AA"/>
                </a:solidFill>
              </a:defRPr>
            </a:pPr>
            <a:r>
              <a:rPr sz="900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9" name="pillar-eyebrow-1">
            <a:extLst xmlns:a="http://schemas.openxmlformats.org/drawingml/2006/main">
              <a:ext uri="{FF2B5EF4-FFF2-40B4-BE49-F238E27FC236}">
                <a16:creationId xmlns:a16="http://schemas.microsoft.com/office/drawing/2014/main" id="{735154E4-753D-40D0-8E11-AEDAD484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00D4AA"/>
                </a:solidFill>
              </a:defRPr>
            </a:pPr>
            <a:r>
              <a:rPr sz="675" b="1">
                <a:solidFill>
                  <a:srgbClr val="00D4AA"/>
                </a:solidFill>
                <a:latin typeface="Aptos Mono"/>
                <a:ea typeface="Aptos Mono"/>
                <a:cs typeface="Aptos Mono"/>
              </a:rPr>
              <a:t>QYM EVALUATE</a:t>
            </a:r>
          </a:p>
        </p:txBody>
      </p:sp>
      <p:sp>
        <p:nvSpPr>
          <p:cNvPr id="20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60F1CE44-614E-4A1F-A877-E7FA8C64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Measure AI quality with confidence</a:t>
            </a:r>
          </a:p>
        </p:txBody>
      </p:sp>
      <p:sp>
        <p:nvSpPr>
          <p:cNvPr id="21" name="pillar-proof-1">
            <a:extLst xmlns:a="http://schemas.openxmlformats.org/drawingml/2006/main">
              <a:ext uri="{FF2B5EF4-FFF2-40B4-BE49-F238E27FC236}">
                <a16:creationId xmlns:a16="http://schemas.microsoft.com/office/drawing/2014/main" id="{B0F3808A-4453-423E-8930-136F98FB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The system of record for datasets, runs, judges, reviews, and dashboards.</a:t>
            </a:r>
          </a:p>
        </p:txBody>
      </p:sp>
      <p:sp>
        <p:nvSpPr>
          <p:cNvPr id="22" name="pillar-separator-1">
            <a:extLst xmlns:a="http://schemas.openxmlformats.org/drawingml/2006/main">
              <a:ext uri="{FF2B5EF4-FFF2-40B4-BE49-F238E27FC236}">
                <a16:creationId xmlns:a16="http://schemas.microsoft.com/office/drawing/2014/main" id="{2E01EDF9-1790-484A-806A-7F11BBC7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pillar-row-bg-1-1">
            <a:extLst xmlns:a="http://schemas.openxmlformats.org/drawingml/2006/main">
              <a:ext uri="{FF2B5EF4-FFF2-40B4-BE49-F238E27FC236}">
                <a16:creationId xmlns:a16="http://schemas.microsoft.com/office/drawing/2014/main" id="{73FF91E0-7522-49F1-A762-8B832333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pillar-row-dot-1-1">
            <a:extLst xmlns:a="http://schemas.openxmlformats.org/drawingml/2006/main">
              <a:ext uri="{FF2B5EF4-FFF2-40B4-BE49-F238E27FC236}">
                <a16:creationId xmlns:a16="http://schemas.microsoft.com/office/drawing/2014/main" id="{85D26C99-3A95-4EF7-A306-3A0043F7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62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pillar-row-text-1-1">
            <a:extLst xmlns:a="http://schemas.openxmlformats.org/drawingml/2006/main">
              <a:ext uri="{FF2B5EF4-FFF2-40B4-BE49-F238E27FC236}">
                <a16:creationId xmlns:a16="http://schemas.microsoft.com/office/drawing/2014/main" id="{68EB1721-1087-4000-84E2-970D0418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148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Versioned datasets</a:t>
            </a:r>
          </a:p>
        </p:txBody>
      </p:sp>
      <p:sp>
        <p:nvSpPr>
          <p:cNvPr id="26" name="pillar-row-bg-1-2">
            <a:extLst xmlns:a="http://schemas.openxmlformats.org/drawingml/2006/main">
              <a:ext uri="{FF2B5EF4-FFF2-40B4-BE49-F238E27FC236}">
                <a16:creationId xmlns:a16="http://schemas.microsoft.com/office/drawing/2014/main" id="{9D8C2D64-A19D-4F11-B51E-08082A38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pillar-row-dot-1-2">
            <a:extLst xmlns:a="http://schemas.openxmlformats.org/drawingml/2006/main">
              <a:ext uri="{FF2B5EF4-FFF2-40B4-BE49-F238E27FC236}">
                <a16:creationId xmlns:a16="http://schemas.microsoft.com/office/drawing/2014/main" id="{CB18B01F-9B57-43D0-AF7D-D86EBE2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pillar-row-text-1-2">
            <a:extLst xmlns:a="http://schemas.openxmlformats.org/drawingml/2006/main">
              <a:ext uri="{FF2B5EF4-FFF2-40B4-BE49-F238E27FC236}">
                <a16:creationId xmlns:a16="http://schemas.microsoft.com/office/drawing/2014/main" id="{CEE6627C-DE43-4EBB-ADE9-6DC16E74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815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Live evaluation runs</a:t>
            </a:r>
          </a:p>
        </p:txBody>
      </p:sp>
      <p:sp>
        <p:nvSpPr>
          <p:cNvPr id="29" name="pillar-row-bg-1-3">
            <a:extLst xmlns:a="http://schemas.openxmlformats.org/drawingml/2006/main">
              <a:ext uri="{FF2B5EF4-FFF2-40B4-BE49-F238E27FC236}">
                <a16:creationId xmlns:a16="http://schemas.microsoft.com/office/drawing/2014/main" id="{461B5EEF-E36D-4779-8D1E-FBCA3B614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pillar-row-dot-1-3">
            <a:extLst xmlns:a="http://schemas.openxmlformats.org/drawingml/2006/main">
              <a:ext uri="{FF2B5EF4-FFF2-40B4-BE49-F238E27FC236}">
                <a16:creationId xmlns:a16="http://schemas.microsoft.com/office/drawing/2014/main" id="{581F44F8-35E5-40E1-97BB-08E04411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pillar-row-text-1-3">
            <a:extLst xmlns:a="http://schemas.openxmlformats.org/drawingml/2006/main">
              <a:ext uri="{FF2B5EF4-FFF2-40B4-BE49-F238E27FC236}">
                <a16:creationId xmlns:a16="http://schemas.microsoft.com/office/drawing/2014/main" id="{096679F9-6A36-4C4B-B5EB-D806129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848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LLM judges</a:t>
            </a:r>
          </a:p>
        </p:txBody>
      </p:sp>
      <p:sp>
        <p:nvSpPr>
          <p:cNvPr id="32" name="pillar-row-bg-1-4">
            <a:extLst xmlns:a="http://schemas.openxmlformats.org/drawingml/2006/main">
              <a:ext uri="{FF2B5EF4-FFF2-40B4-BE49-F238E27FC236}">
                <a16:creationId xmlns:a16="http://schemas.microsoft.com/office/drawing/2014/main" id="{29EE1A15-7784-44E3-8F17-8266D1B9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pillar-row-dot-1-4">
            <a:extLst xmlns:a="http://schemas.openxmlformats.org/drawingml/2006/main">
              <a:ext uri="{FF2B5EF4-FFF2-40B4-BE49-F238E27FC236}">
                <a16:creationId xmlns:a16="http://schemas.microsoft.com/office/drawing/2014/main" id="{548B58BF-AD15-4DF6-82AA-60A99666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62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pillar-row-text-1-4">
            <a:extLst xmlns:a="http://schemas.openxmlformats.org/drawingml/2006/main">
              <a:ext uri="{FF2B5EF4-FFF2-40B4-BE49-F238E27FC236}">
                <a16:creationId xmlns:a16="http://schemas.microsoft.com/office/drawing/2014/main" id="{DC5CE88B-5983-42AC-B0A6-42C883CA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1149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Review workflows</a:t>
            </a:r>
          </a:p>
        </p:txBody>
      </p:sp>
      <p:sp>
        <p:nvSpPr>
          <p:cNvPr id="35" name="pillar-card-2">
            <a:extLst xmlns:a="http://schemas.openxmlformats.org/drawingml/2006/main">
              <a:ext uri="{FF2B5EF4-FFF2-40B4-BE49-F238E27FC236}">
                <a16:creationId xmlns:a16="http://schemas.microsoft.com/office/drawing/2014/main" id="{3077E855-7146-4BC9-BCDF-D149B740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667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00A8FF">
                <a:alpha val="50196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pillar-accent-2">
            <a:extLst xmlns:a="http://schemas.openxmlformats.org/drawingml/2006/main">
              <a:ext uri="{FF2B5EF4-FFF2-40B4-BE49-F238E27FC236}">
                <a16:creationId xmlns:a16="http://schemas.microsoft.com/office/drawing/2014/main" id="{CC501E84-6BE3-4419-B215-9E076D14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pillar-number-bg-2">
            <a:extLst xmlns:a="http://schemas.openxmlformats.org/drawingml/2006/main">
              <a:ext uri="{FF2B5EF4-FFF2-40B4-BE49-F238E27FC236}">
                <a16:creationId xmlns:a16="http://schemas.microsoft.com/office/drawing/2014/main" id="{1F935CA0-1924-4959-850E-8E25C344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>
              <a:alpha val="13333"/>
            </a:srgbClr>
          </a:solidFill>
          <a:ln xmlns:a="http://schemas.openxmlformats.org/drawingml/2006/main" w="9525">
            <a:solidFill>
              <a:srgbClr val="00A8FF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pillar-number-2">
            <a:extLst xmlns:a="http://schemas.openxmlformats.org/drawingml/2006/main">
              <a:ext uri="{FF2B5EF4-FFF2-40B4-BE49-F238E27FC236}">
                <a16:creationId xmlns:a16="http://schemas.microsoft.com/office/drawing/2014/main" id="{E09EE058-9D52-45FF-A643-FD190A0B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145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0A8FF"/>
                </a:solidFill>
              </a:defRPr>
            </a:pPr>
            <a:r>
              <a:rPr sz="900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9" name="pillar-eyebrow-2">
            <a:extLst xmlns:a="http://schemas.openxmlformats.org/drawingml/2006/main">
              <a:ext uri="{FF2B5EF4-FFF2-40B4-BE49-F238E27FC236}">
                <a16:creationId xmlns:a16="http://schemas.microsoft.com/office/drawing/2014/main" id="{0921DBE2-03A9-4F61-A389-60DEEA6A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2860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00A8FF"/>
                </a:solidFill>
              </a:defRPr>
            </a:pPr>
            <a:r>
              <a:rPr sz="675" b="1">
                <a:solidFill>
                  <a:srgbClr val="00A8FF"/>
                </a:solidFill>
                <a:latin typeface="Aptos Mono"/>
                <a:ea typeface="Aptos Mono"/>
                <a:cs typeface="Aptos Mono"/>
              </a:rPr>
              <a:t>QYM OPTIMIZE</a:t>
            </a:r>
          </a:p>
        </p:txBody>
      </p:sp>
      <p:sp>
        <p:nvSpPr>
          <p:cNvPr id="40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D8D2498D-855E-4618-8E5F-5147DB0F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Turn failures into better AI</a:t>
            </a:r>
          </a:p>
        </p:txBody>
      </p:sp>
      <p:sp>
        <p:nvSpPr>
          <p:cNvPr id="41" name="pillar-proof-2">
            <a:extLst xmlns:a="http://schemas.openxmlformats.org/drawingml/2006/main">
              <a:ext uri="{FF2B5EF4-FFF2-40B4-BE49-F238E27FC236}">
                <a16:creationId xmlns:a16="http://schemas.microsoft.com/office/drawing/2014/main" id="{49D87209-DC1A-4F4F-861B-DBFD913F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909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Prompt and agent optimizers that recommend what to change, test, and ship.</a:t>
            </a:r>
          </a:p>
        </p:txBody>
      </p:sp>
      <p:sp>
        <p:nvSpPr>
          <p:cNvPr id="42" name="pillar-separator-2">
            <a:extLst xmlns:a="http://schemas.openxmlformats.org/drawingml/2006/main">
              <a:ext uri="{FF2B5EF4-FFF2-40B4-BE49-F238E27FC236}">
                <a16:creationId xmlns:a16="http://schemas.microsoft.com/office/drawing/2014/main" id="{F9D34BFA-F07B-4D26-A37C-091E10E9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243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pillar-row-bg-2-1">
            <a:extLst xmlns:a="http://schemas.openxmlformats.org/drawingml/2006/main">
              <a:ext uri="{FF2B5EF4-FFF2-40B4-BE49-F238E27FC236}">
                <a16:creationId xmlns:a16="http://schemas.microsoft.com/office/drawing/2014/main" id="{F9F3B53E-777E-4F9D-AC29-B7CD978D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957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pillar-row-dot-2-1">
            <a:extLst xmlns:a="http://schemas.openxmlformats.org/drawingml/2006/main">
              <a:ext uri="{FF2B5EF4-FFF2-40B4-BE49-F238E27FC236}">
                <a16:creationId xmlns:a16="http://schemas.microsoft.com/office/drawing/2014/main" id="{DEA0B05F-DDA6-4777-AF6F-ACB11D65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62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pillar-row-text-2-1">
            <a:extLst xmlns:a="http://schemas.openxmlformats.org/drawingml/2006/main">
              <a:ext uri="{FF2B5EF4-FFF2-40B4-BE49-F238E27FC236}">
                <a16:creationId xmlns:a16="http://schemas.microsoft.com/office/drawing/2014/main" id="{E326A937-2EC2-46D2-815F-A53DC1BB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3148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Prompt optimizer</a:t>
            </a:r>
          </a:p>
        </p:txBody>
      </p:sp>
      <p:sp>
        <p:nvSpPr>
          <p:cNvPr id="46" name="pillar-row-bg-2-2">
            <a:extLst xmlns:a="http://schemas.openxmlformats.org/drawingml/2006/main">
              <a:ext uri="{FF2B5EF4-FFF2-40B4-BE49-F238E27FC236}">
                <a16:creationId xmlns:a16="http://schemas.microsoft.com/office/drawing/2014/main" id="{AA7B4035-AD9F-4FCB-A226-0D295049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624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pillar-row-dot-2-2">
            <a:extLst xmlns:a="http://schemas.openxmlformats.org/drawingml/2006/main">
              <a:ext uri="{FF2B5EF4-FFF2-40B4-BE49-F238E27FC236}">
                <a16:creationId xmlns:a16="http://schemas.microsoft.com/office/drawing/2014/main" id="{DDDE13CD-4304-4592-B5FE-A6E59442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pillar-row-text-2-2">
            <a:extLst xmlns:a="http://schemas.openxmlformats.org/drawingml/2006/main">
              <a:ext uri="{FF2B5EF4-FFF2-40B4-BE49-F238E27FC236}">
                <a16:creationId xmlns:a16="http://schemas.microsoft.com/office/drawing/2014/main" id="{880E3563-8782-4A19-833B-894EEF9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5815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Agent optimizer</a:t>
            </a:r>
          </a:p>
        </p:txBody>
      </p:sp>
      <p:sp>
        <p:nvSpPr>
          <p:cNvPr id="49" name="pillar-row-bg-2-3">
            <a:extLst xmlns:a="http://schemas.openxmlformats.org/drawingml/2006/main">
              <a:ext uri="{FF2B5EF4-FFF2-40B4-BE49-F238E27FC236}">
                <a16:creationId xmlns:a16="http://schemas.microsoft.com/office/drawing/2014/main" id="{51B9FC5E-0C8E-479C-BFFB-C6FDF58F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291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pillar-row-dot-2-3">
            <a:extLst xmlns:a="http://schemas.openxmlformats.org/drawingml/2006/main">
              <a:ext uri="{FF2B5EF4-FFF2-40B4-BE49-F238E27FC236}">
                <a16:creationId xmlns:a16="http://schemas.microsoft.com/office/drawing/2014/main" id="{5B15DA27-03B2-41CD-ACEC-81CA406D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pillar-row-text-2-3">
            <a:extLst xmlns:a="http://schemas.openxmlformats.org/drawingml/2006/main">
              <a:ext uri="{FF2B5EF4-FFF2-40B4-BE49-F238E27FC236}">
                <a16:creationId xmlns:a16="http://schemas.microsoft.com/office/drawing/2014/main" id="{D0E5C6D1-3D40-44D5-91A7-D193E407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4848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Experiment studio</a:t>
            </a:r>
          </a:p>
        </p:txBody>
      </p:sp>
      <p:sp>
        <p:nvSpPr>
          <p:cNvPr id="52" name="pillar-row-bg-2-4">
            <a:extLst xmlns:a="http://schemas.openxmlformats.org/drawingml/2006/main">
              <a:ext uri="{FF2B5EF4-FFF2-40B4-BE49-F238E27FC236}">
                <a16:creationId xmlns:a16="http://schemas.microsoft.com/office/drawing/2014/main" id="{75976A4F-1759-4BAE-99CA-E464201B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958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pillar-row-dot-2-4">
            <a:extLst xmlns:a="http://schemas.openxmlformats.org/drawingml/2006/main">
              <a:ext uri="{FF2B5EF4-FFF2-40B4-BE49-F238E27FC236}">
                <a16:creationId xmlns:a16="http://schemas.microsoft.com/office/drawing/2014/main" id="{9DE1B66B-6BAB-462E-872F-CD4BBF97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162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pillar-row-text-2-4">
            <a:extLst xmlns:a="http://schemas.openxmlformats.org/drawingml/2006/main">
              <a:ext uri="{FF2B5EF4-FFF2-40B4-BE49-F238E27FC236}">
                <a16:creationId xmlns:a16="http://schemas.microsoft.com/office/drawing/2014/main" id="{EA334A87-684C-463E-A11B-2AAFE3F9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1149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Quality/cost tradeoffs</a:t>
            </a:r>
          </a:p>
        </p:txBody>
      </p:sp>
      <p:sp>
        <p:nvSpPr>
          <p:cNvPr id="55" name="pillar-card-3">
            <a:extLst xmlns:a="http://schemas.openxmlformats.org/drawingml/2006/main">
              <a:ext uri="{FF2B5EF4-FFF2-40B4-BE49-F238E27FC236}">
                <a16:creationId xmlns:a16="http://schemas.microsoft.com/office/drawing/2014/main" id="{7026C7BD-6621-4471-AD3E-8CCCBA446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2667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F59E0B">
                <a:alpha val="50196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pillar-accent-3">
            <a:extLst xmlns:a="http://schemas.openxmlformats.org/drawingml/2006/main">
              <a:ext uri="{FF2B5EF4-FFF2-40B4-BE49-F238E27FC236}">
                <a16:creationId xmlns:a16="http://schemas.microsoft.com/office/drawing/2014/main" id="{D7319C5F-94C7-4CE8-9964-5C129CAC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pillar-number-bg-3">
            <a:extLst xmlns:a="http://schemas.openxmlformats.org/drawingml/2006/main">
              <a:ext uri="{FF2B5EF4-FFF2-40B4-BE49-F238E27FC236}">
                <a16:creationId xmlns:a16="http://schemas.microsoft.com/office/drawing/2014/main" id="{4A0F61FD-452E-4104-B67F-2151147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>
              <a:alpha val="13333"/>
            </a:srgbClr>
          </a:solidFill>
          <a:ln xmlns:a="http://schemas.openxmlformats.org/drawingml/2006/main" w="9525">
            <a:solidFill>
              <a:srgbClr val="F59E0B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pillar-number-3">
            <a:extLst xmlns:a="http://schemas.openxmlformats.org/drawingml/2006/main">
              <a:ext uri="{FF2B5EF4-FFF2-40B4-BE49-F238E27FC236}">
                <a16:creationId xmlns:a16="http://schemas.microsoft.com/office/drawing/2014/main" id="{91F99937-6E50-46A8-8C7F-C6CF6D4E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145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59E0B"/>
                </a:solidFill>
              </a:defRPr>
            </a:pPr>
            <a:r>
              <a:rPr sz="900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59" name="pillar-eyebrow-3">
            <a:extLst xmlns:a="http://schemas.openxmlformats.org/drawingml/2006/main">
              <a:ext uri="{FF2B5EF4-FFF2-40B4-BE49-F238E27FC236}">
                <a16:creationId xmlns:a16="http://schemas.microsoft.com/office/drawing/2014/main" id="{0856BB33-C899-40B1-A9BD-EBD8912B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860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F59E0B"/>
                </a:solidFill>
              </a:defRPr>
            </a:pPr>
            <a:r>
              <a:rPr sz="675" b="1">
                <a:solidFill>
                  <a:srgbClr val="F59E0B"/>
                </a:solidFill>
                <a:latin typeface="Aptos Mono"/>
                <a:ea typeface="Aptos Mono"/>
                <a:cs typeface="Aptos Mono"/>
              </a:rPr>
              <a:t>QYM GUARD</a:t>
            </a:r>
          </a:p>
        </p:txBody>
      </p:sp>
      <p:sp>
        <p:nvSpPr>
          <p:cNvPr id="6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0F286148-59B2-43B2-BC68-999F347F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Protect every release</a:t>
            </a:r>
          </a:p>
        </p:txBody>
      </p:sp>
      <p:sp>
        <p:nvSpPr>
          <p:cNvPr id="61" name="pillar-proof-3">
            <a:extLst xmlns:a="http://schemas.openxmlformats.org/drawingml/2006/main">
              <a:ext uri="{FF2B5EF4-FFF2-40B4-BE49-F238E27FC236}">
                <a16:creationId xmlns:a16="http://schemas.microsoft.com/office/drawing/2014/main" id="{906FECF8-CD2B-464E-8FAD-C6B1C72A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909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CI gates, regression alerts, and production monitoring before quality drifts.</a:t>
            </a:r>
          </a:p>
        </p:txBody>
      </p:sp>
      <p:sp>
        <p:nvSpPr>
          <p:cNvPr id="62" name="pillar-separator-3">
            <a:extLst xmlns:a="http://schemas.openxmlformats.org/drawingml/2006/main">
              <a:ext uri="{FF2B5EF4-FFF2-40B4-BE49-F238E27FC236}">
                <a16:creationId xmlns:a16="http://schemas.microsoft.com/office/drawing/2014/main" id="{3DA2A844-DADE-4C22-8EE9-C96ECEE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243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pillar-row-bg-3-1">
            <a:extLst xmlns:a="http://schemas.openxmlformats.org/drawingml/2006/main">
              <a:ext uri="{FF2B5EF4-FFF2-40B4-BE49-F238E27FC236}">
                <a16:creationId xmlns:a16="http://schemas.microsoft.com/office/drawing/2014/main" id="{2D2B58D9-4B9E-4C29-A5BC-2220BEE7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957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pillar-row-dot-3-1">
            <a:extLst xmlns:a="http://schemas.openxmlformats.org/drawingml/2006/main">
              <a:ext uri="{FF2B5EF4-FFF2-40B4-BE49-F238E27FC236}">
                <a16:creationId xmlns:a16="http://schemas.microsoft.com/office/drawing/2014/main" id="{CB3B06D7-D31B-4037-B321-4080F2FE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62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pillar-row-text-3-1">
            <a:extLst xmlns:a="http://schemas.openxmlformats.org/drawingml/2006/main">
              <a:ext uri="{FF2B5EF4-FFF2-40B4-BE49-F238E27FC236}">
                <a16:creationId xmlns:a16="http://schemas.microsoft.com/office/drawing/2014/main" id="{0D8C863F-4573-4FAA-A912-810F0A00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3148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Release gates</a:t>
            </a:r>
          </a:p>
        </p:txBody>
      </p:sp>
      <p:sp>
        <p:nvSpPr>
          <p:cNvPr id="66" name="pillar-row-bg-3-2">
            <a:extLst xmlns:a="http://schemas.openxmlformats.org/drawingml/2006/main">
              <a:ext uri="{FF2B5EF4-FFF2-40B4-BE49-F238E27FC236}">
                <a16:creationId xmlns:a16="http://schemas.microsoft.com/office/drawing/2014/main" id="{DD7384B7-C533-4E46-9DA5-E1DFEB37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624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pillar-row-dot-3-2">
            <a:extLst xmlns:a="http://schemas.openxmlformats.org/drawingml/2006/main">
              <a:ext uri="{FF2B5EF4-FFF2-40B4-BE49-F238E27FC236}">
                <a16:creationId xmlns:a16="http://schemas.microsoft.com/office/drawing/2014/main" id="{56F1CE4E-EDCD-4FA7-9D02-4F50CFCF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pillar-row-text-3-2">
            <a:extLst xmlns:a="http://schemas.openxmlformats.org/drawingml/2006/main">
              <a:ext uri="{FF2B5EF4-FFF2-40B4-BE49-F238E27FC236}">
                <a16:creationId xmlns:a16="http://schemas.microsoft.com/office/drawing/2014/main" id="{25A8C189-E504-4721-BD07-47F7F65E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815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Regression alerts</a:t>
            </a:r>
          </a:p>
        </p:txBody>
      </p:sp>
      <p:sp>
        <p:nvSpPr>
          <p:cNvPr id="69" name="pillar-row-bg-3-3">
            <a:extLst xmlns:a="http://schemas.openxmlformats.org/drawingml/2006/main">
              <a:ext uri="{FF2B5EF4-FFF2-40B4-BE49-F238E27FC236}">
                <a16:creationId xmlns:a16="http://schemas.microsoft.com/office/drawing/2014/main" id="{CC5B34C2-7194-4020-8C3D-C69B12E7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291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pillar-row-dot-3-3">
            <a:extLst xmlns:a="http://schemas.openxmlformats.org/drawingml/2006/main">
              <a:ext uri="{FF2B5EF4-FFF2-40B4-BE49-F238E27FC236}">
                <a16:creationId xmlns:a16="http://schemas.microsoft.com/office/drawing/2014/main" id="{A70E04E9-B0E8-49F7-BD07-36F411F2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pillar-row-text-3-3">
            <a:extLst xmlns:a="http://schemas.openxmlformats.org/drawingml/2006/main">
              <a:ext uri="{FF2B5EF4-FFF2-40B4-BE49-F238E27FC236}">
                <a16:creationId xmlns:a16="http://schemas.microsoft.com/office/drawing/2014/main" id="{E62E9D83-BD13-4784-8836-EE8F8B0E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848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Scheduled evals</a:t>
            </a:r>
          </a:p>
        </p:txBody>
      </p:sp>
      <p:sp>
        <p:nvSpPr>
          <p:cNvPr id="72" name="pillar-row-bg-3-4">
            <a:extLst xmlns:a="http://schemas.openxmlformats.org/drawingml/2006/main">
              <a:ext uri="{FF2B5EF4-FFF2-40B4-BE49-F238E27FC236}">
                <a16:creationId xmlns:a16="http://schemas.microsoft.com/office/drawing/2014/main" id="{48B57E09-A419-453A-8E78-493C3607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958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3" name="pillar-row-dot-3-4">
            <a:extLst xmlns:a="http://schemas.openxmlformats.org/drawingml/2006/main">
              <a:ext uri="{FF2B5EF4-FFF2-40B4-BE49-F238E27FC236}">
                <a16:creationId xmlns:a16="http://schemas.microsoft.com/office/drawing/2014/main" id="{590126DE-6A41-4406-B712-00EA11AD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162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pillar-row-text-3-4">
            <a:extLst xmlns:a="http://schemas.openxmlformats.org/drawingml/2006/main">
              <a:ext uri="{FF2B5EF4-FFF2-40B4-BE49-F238E27FC236}">
                <a16:creationId xmlns:a16="http://schemas.microsoft.com/office/drawing/2014/main" id="{5954EA73-8F84-4DF2-8622-2BF9FAE4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51149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Production feedback</a:t>
            </a:r>
          </a:p>
        </p:txBody>
      </p:sp>
      <p:sp>
        <p:nvSpPr>
          <p:cNvPr id="75" name="pillar-card-4">
            <a:extLst xmlns:a="http://schemas.openxmlformats.org/drawingml/2006/main">
              <a:ext uri="{FF2B5EF4-FFF2-40B4-BE49-F238E27FC236}">
                <a16:creationId xmlns:a16="http://schemas.microsoft.com/office/drawing/2014/main" id="{A1788AB8-2963-4E1C-AFB0-628A769A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667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A28"/>
          </a:solidFill>
          <a:ln xmlns:a="http://schemas.openxmlformats.org/drawingml/2006/main" w="9525">
            <a:solidFill>
              <a:srgbClr val="A855F7">
                <a:alpha val="50196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6" name="pillar-accent-4">
            <a:extLst xmlns:a="http://schemas.openxmlformats.org/drawingml/2006/main">
              <a:ext uri="{FF2B5EF4-FFF2-40B4-BE49-F238E27FC236}">
                <a16:creationId xmlns:a16="http://schemas.microsoft.com/office/drawing/2014/main" id="{846ACA07-72DF-4394-8EFB-19E3AE1A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38350"/>
            <a:ext cx="2667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7" name="pillar-number-bg-4">
            <a:extLst xmlns:a="http://schemas.openxmlformats.org/drawingml/2006/main">
              <a:ext uri="{FF2B5EF4-FFF2-40B4-BE49-F238E27FC236}">
                <a16:creationId xmlns:a16="http://schemas.microsoft.com/office/drawing/2014/main" id="{3DF46C54-2512-4DB0-80CB-FFD091EA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6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>
              <a:alpha val="13333"/>
            </a:srgbClr>
          </a:solidFill>
          <a:ln xmlns:a="http://schemas.openxmlformats.org/drawingml/2006/main" w="9525">
            <a:solidFill>
              <a:srgbClr val="A855F7">
                <a:alpha val="6000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pillar-number-4">
            <a:extLst xmlns:a="http://schemas.openxmlformats.org/drawingml/2006/main">
              <a:ext uri="{FF2B5EF4-FFF2-40B4-BE49-F238E27FC236}">
                <a16:creationId xmlns:a16="http://schemas.microsoft.com/office/drawing/2014/main" id="{97F2CFD8-EA98-4CE9-90F6-521DCFE8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31457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855F7"/>
                </a:solidFill>
              </a:defRPr>
            </a:pPr>
            <a:r>
              <a:rPr sz="900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79" name="pillar-eyebrow-4">
            <a:extLst xmlns:a="http://schemas.openxmlformats.org/drawingml/2006/main">
              <a:ext uri="{FF2B5EF4-FFF2-40B4-BE49-F238E27FC236}">
                <a16:creationId xmlns:a16="http://schemas.microsoft.com/office/drawing/2014/main" id="{45EF9D8E-07DC-47F4-B5A3-6282A7BC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286000"/>
            <a:ext cx="1790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A855F7"/>
                </a:solidFill>
              </a:defRPr>
            </a:pPr>
            <a:r>
              <a:rPr sz="675" b="1">
                <a:solidFill>
                  <a:srgbClr val="A855F7"/>
                </a:solidFill>
                <a:latin typeface="Aptos Mono"/>
                <a:ea typeface="Aptos Mono"/>
                <a:cs typeface="Aptos Mono"/>
              </a:rPr>
              <a:t>QYM INTELLIGENCE</a:t>
            </a:r>
          </a:p>
        </p:txBody>
      </p:sp>
      <p:sp>
        <p:nvSpPr>
          <p:cNvPr id="80" name="pillar-title-4">
            <a:extLst xmlns:a="http://schemas.openxmlformats.org/drawingml/2006/main">
              <a:ext uri="{FF2B5EF4-FFF2-40B4-BE49-F238E27FC236}">
                <a16:creationId xmlns:a16="http://schemas.microsoft.com/office/drawing/2014/main" id="{77025835-04E2-4FF8-8125-9786BC69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228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EDEDF0"/>
                </a:solidFill>
              </a:defRPr>
            </a:pPr>
            <a:r>
              <a:rPr sz="1425" b="1">
                <a:solidFill>
                  <a:srgbClr val="EDEDF0"/>
                </a:solidFill>
                <a:latin typeface="Aptos Display"/>
                <a:ea typeface="Aptos Display"/>
                <a:cs typeface="Aptos Display"/>
              </a:rPr>
              <a:t>Know what to fix next</a:t>
            </a:r>
          </a:p>
        </p:txBody>
      </p:sp>
      <p:sp>
        <p:nvSpPr>
          <p:cNvPr id="81" name="pillar-proof-4">
            <a:extLst xmlns:a="http://schemas.openxmlformats.org/drawingml/2006/main">
              <a:ext uri="{FF2B5EF4-FFF2-40B4-BE49-F238E27FC236}">
                <a16:creationId xmlns:a16="http://schemas.microsoft.com/office/drawing/2014/main" id="{B791E4A9-BED1-4CF4-94E4-B5E437A2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90900"/>
            <a:ext cx="228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85" b="0">
                <a:solidFill>
                  <a:srgbClr val="A8A8BA"/>
                </a:solidFill>
              </a:defRPr>
            </a:pPr>
            <a:r>
              <a:rPr sz="885" b="0">
                <a:solidFill>
                  <a:srgbClr val="A8A8BA"/>
                </a:solidFill>
                <a:latin typeface="Aptos"/>
                <a:ea typeface="Aptos"/>
                <a:cs typeface="Aptos"/>
              </a:rPr>
              <a:t>Failure clustering, eval copilot, and quality insights for product teams.</a:t>
            </a:r>
          </a:p>
        </p:txBody>
      </p:sp>
      <p:sp>
        <p:nvSpPr>
          <p:cNvPr id="82" name="pillar-separator-4">
            <a:extLst xmlns:a="http://schemas.openxmlformats.org/drawingml/2006/main">
              <a:ext uri="{FF2B5EF4-FFF2-40B4-BE49-F238E27FC236}">
                <a16:creationId xmlns:a16="http://schemas.microsoft.com/office/drawing/2014/main" id="{8FAA3912-2B0F-434F-B509-A220759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243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3" name="pillar-row-bg-4-1">
            <a:extLst xmlns:a="http://schemas.openxmlformats.org/drawingml/2006/main">
              <a:ext uri="{FF2B5EF4-FFF2-40B4-BE49-F238E27FC236}">
                <a16:creationId xmlns:a16="http://schemas.microsoft.com/office/drawing/2014/main" id="{DA493F67-930B-43E3-A904-93616CCE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2957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pillar-row-dot-4-1">
            <a:extLst xmlns:a="http://schemas.openxmlformats.org/drawingml/2006/main">
              <a:ext uri="{FF2B5EF4-FFF2-40B4-BE49-F238E27FC236}">
                <a16:creationId xmlns:a16="http://schemas.microsoft.com/office/drawing/2014/main" id="{C39A879E-A676-4200-BEAE-39CD7479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624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5" name="pillar-row-text-4-1">
            <a:extLst xmlns:a="http://schemas.openxmlformats.org/drawingml/2006/main">
              <a:ext uri="{FF2B5EF4-FFF2-40B4-BE49-F238E27FC236}">
                <a16:creationId xmlns:a16="http://schemas.microsoft.com/office/drawing/2014/main" id="{A7696E35-E0FD-4FFC-8735-0C736B91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3148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Failure clustering</a:t>
            </a:r>
          </a:p>
        </p:txBody>
      </p:sp>
      <p:sp>
        <p:nvSpPr>
          <p:cNvPr id="86" name="pillar-row-bg-4-2">
            <a:extLst xmlns:a="http://schemas.openxmlformats.org/drawingml/2006/main">
              <a:ext uri="{FF2B5EF4-FFF2-40B4-BE49-F238E27FC236}">
                <a16:creationId xmlns:a16="http://schemas.microsoft.com/office/drawing/2014/main" id="{FCACD326-5D85-495B-A5C7-DAF4B29A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5624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7" name="pillar-row-dot-4-2">
            <a:extLst xmlns:a="http://schemas.openxmlformats.org/drawingml/2006/main">
              <a:ext uri="{FF2B5EF4-FFF2-40B4-BE49-F238E27FC236}">
                <a16:creationId xmlns:a16="http://schemas.microsoft.com/office/drawing/2014/main" id="{2C7D1B95-D349-43A6-81E3-A6BE737A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629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pillar-row-text-4-2">
            <a:extLst xmlns:a="http://schemas.openxmlformats.org/drawingml/2006/main">
              <a:ext uri="{FF2B5EF4-FFF2-40B4-BE49-F238E27FC236}">
                <a16:creationId xmlns:a16="http://schemas.microsoft.com/office/drawing/2014/main" id="{E6F9BC18-8206-4374-8FDF-5D859C44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5815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Eval copilot</a:t>
            </a:r>
          </a:p>
        </p:txBody>
      </p:sp>
      <p:sp>
        <p:nvSpPr>
          <p:cNvPr id="89" name="pillar-row-bg-4-3">
            <a:extLst xmlns:a="http://schemas.openxmlformats.org/drawingml/2006/main">
              <a:ext uri="{FF2B5EF4-FFF2-40B4-BE49-F238E27FC236}">
                <a16:creationId xmlns:a16="http://schemas.microsoft.com/office/drawing/2014/main" id="{FDCBD395-0D85-4976-B2B2-E6628998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291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0" name="pillar-row-dot-4-3">
            <a:extLst xmlns:a="http://schemas.openxmlformats.org/drawingml/2006/main">
              <a:ext uri="{FF2B5EF4-FFF2-40B4-BE49-F238E27FC236}">
                <a16:creationId xmlns:a16="http://schemas.microsoft.com/office/drawing/2014/main" id="{DBDA1EE8-8BB8-4D4E-B005-06BDFE4E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895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1" name="pillar-row-text-4-3">
            <a:extLst xmlns:a="http://schemas.openxmlformats.org/drawingml/2006/main">
              <a:ext uri="{FF2B5EF4-FFF2-40B4-BE49-F238E27FC236}">
                <a16:creationId xmlns:a16="http://schemas.microsoft.com/office/drawing/2014/main" id="{A42F5C1D-37C0-4DC7-BE05-48FB8F10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8482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Root-cause trends</a:t>
            </a:r>
          </a:p>
        </p:txBody>
      </p:sp>
      <p:sp>
        <p:nvSpPr>
          <p:cNvPr id="92" name="pillar-row-bg-4-4">
            <a:extLst xmlns:a="http://schemas.openxmlformats.org/drawingml/2006/main">
              <a:ext uri="{FF2B5EF4-FFF2-40B4-BE49-F238E27FC236}">
                <a16:creationId xmlns:a16="http://schemas.microsoft.com/office/drawing/2014/main" id="{5438CA44-7C4B-4106-901D-71C39F3F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095875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2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3" name="pillar-row-dot-4-4">
            <a:extLst xmlns:a="http://schemas.openxmlformats.org/drawingml/2006/main">
              <a:ext uri="{FF2B5EF4-FFF2-40B4-BE49-F238E27FC236}">
                <a16:creationId xmlns:a16="http://schemas.microsoft.com/office/drawing/2014/main" id="{87A28463-CB91-4043-B853-F2C9A3F9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1625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85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4" name="pillar-row-text-4-4">
            <a:extLst xmlns:a="http://schemas.openxmlformats.org/drawingml/2006/main">
              <a:ext uri="{FF2B5EF4-FFF2-40B4-BE49-F238E27FC236}">
                <a16:creationId xmlns:a16="http://schemas.microsoft.com/office/drawing/2014/main" id="{6CBCF606-6A6E-4AB5-B8B1-79B5546A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5114925"/>
            <a:ext cx="1981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690" b="0">
                <a:solidFill>
                  <a:srgbClr val="EDEDF0"/>
                </a:solidFill>
              </a:defRPr>
            </a:pPr>
            <a:r>
              <a:rPr sz="690" b="0">
                <a:solidFill>
                  <a:srgbClr val="EDEDF0"/>
                </a:solidFill>
                <a:latin typeface="Aptos"/>
                <a:ea typeface="Aptos"/>
                <a:cs typeface="Aptos"/>
              </a:rPr>
              <a:t>Executive insights</a:t>
            </a:r>
          </a:p>
        </p:txBody>
      </p:sp>
      <p:sp>
        <p:nvSpPr>
          <p:cNvPr id="95" name="page-marker">
            <a:extLst xmlns:a="http://schemas.openxmlformats.org/drawingml/2006/main">
              <a:ext uri="{FF2B5EF4-FFF2-40B4-BE49-F238E27FC236}">
                <a16:creationId xmlns:a16="http://schemas.microsoft.com/office/drawing/2014/main" id="{E8120D00-79FA-4A8D-9AE0-43B0B57B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323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600" b="0">
                <a:solidFill>
                  <a:srgbClr val="717186"/>
                </a:solidFill>
              </a:defRPr>
            </a:pPr>
            <a:r>
              <a:rPr sz="600" b="0">
                <a:solidFill>
                  <a:srgbClr val="717186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65224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2026-06-04T11:24:18.7090000Z</dcterms:created>
  <dcterms:modified xsi:type="dcterms:W3CDTF">2026-06-04T11:24:18.7090000Z</dcterms:modified>
</coreProperties>
</file>