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1fe725571d49a3" /><Relationship Type="http://schemas.openxmlformats.org/officeDocument/2006/relationships/extended-properties" Target="/docProps/app.xml" Id="Rfadb0a3f89774f98" /><Relationship Type="http://schemas.openxmlformats.org/officeDocument/2006/relationships/officeDocument" Target="/ppt/presentation.xml" Id="Rd90e4321de7449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bc3d98948f4d57"/>
  </p:sldMasterIdLst>
  <p:notesMasterIdLst>
    <p:notesMasterId xmlns:r="http://schemas.openxmlformats.org/officeDocument/2006/relationships" r:id="R31b1bce5ed774f8d"/>
  </p:notesMasterIdLst>
  <p:sldIdLst>
    <p:sldId xmlns:r="http://schemas.openxmlformats.org/officeDocument/2006/relationships" id="256" r:id="R2ec82eb11b39403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c44ebcb52944f4" /><Relationship Type="http://schemas.openxmlformats.org/officeDocument/2006/relationships/slideMaster" Target="/ppt/slideMasters/slideMaster1.xml" Id="R53bc3d98948f4d57" /><Relationship Type="http://schemas.openxmlformats.org/officeDocument/2006/relationships/notesMaster" Target="/ppt/notesMasters/notesMaster1.xml" Id="R31b1bce5ed774f8d" /><Relationship Type="http://schemas.openxmlformats.org/officeDocument/2006/relationships/presProps" Target="/ppt/presProps.xml" Id="R28d1d3a6e7014e7a" /><Relationship Type="http://schemas.openxmlformats.org/officeDocument/2006/relationships/viewProps" Target="/ppt/viewProps.xml" Id="Rab4ad871d1114a64" /><Relationship Type="http://schemas.openxmlformats.org/officeDocument/2006/relationships/tableStyles" Target="/ppt/tableStyles.xml" Id="Rcada1d4d5b00474d" /><Relationship Type="http://schemas.openxmlformats.org/officeDocument/2006/relationships/slide" Target="/ppt/slides/slide1.xml" Id="R2ec82eb11b3940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643050556641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bc427cc8da42db" /><Relationship Type="http://schemas.openxmlformats.org/officeDocument/2006/relationships/notesMaster" Target="/ppt/notesMasters/notesMaster1.xml" Id="R81b662def9f940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ee6c539fd846d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6caf87d0724468" /><Relationship Type="http://schemas.openxmlformats.org/officeDocument/2006/relationships/slideLayout" Target="/ppt/slideLayouts/slideLayout1.xml" Id="Re627ac5ee07942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27ac5ee07942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36d2d4b48f4727" /><Relationship Type="http://schemas.openxmlformats.org/officeDocument/2006/relationships/image" Target="/ppt/media/image.png" Id="R4a2d0bbdd3fa4cec" /><Relationship Type="http://schemas.openxmlformats.org/officeDocument/2006/relationships/image" Target="/ppt/media/image2.png" Id="Ra971ae24b8f14218" /><Relationship Type="http://schemas.openxmlformats.org/officeDocument/2006/relationships/notesSlide" Target="/ppt/notesSlides/notesSlide1.xml" Id="R4172d2bb1463475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background">
            <a:extLst xmlns:a="http://schemas.openxmlformats.org/drawingml/2006/main">
              <a:ext uri="{FF2B5EF4-FFF2-40B4-BE49-F238E27FC236}">
                <a16:creationId xmlns:a16="http://schemas.microsoft.com/office/drawing/2014/main" id="{20B46D92-9602-42F3-A6ED-736C53CE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full-slide-surface">
            <a:extLst xmlns:a="http://schemas.openxmlformats.org/drawingml/2006/main">
              <a:ext uri="{FF2B5EF4-FFF2-40B4-BE49-F238E27FC236}">
                <a16:creationId xmlns:a16="http://schemas.microsoft.com/office/drawing/2014/main" id="{6B8079EF-F8A1-4B68-B100-7DEC4317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5275"/>
            <a:ext cx="12192000" cy="6562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3" name="top-accent-rule">
            <a:extLst xmlns:a="http://schemas.openxmlformats.org/drawingml/2006/main">
              <a:ext uri="{FF2B5EF4-FFF2-40B4-BE49-F238E27FC236}">
                <a16:creationId xmlns:a16="http://schemas.microsoft.com/office/drawing/2014/main" id="{517F8CB3-4AA1-4DC7-8979-79FE9579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bottom-rule">
            <a:extLst xmlns:a="http://schemas.openxmlformats.org/drawingml/2006/main">
              <a:ext uri="{FF2B5EF4-FFF2-40B4-BE49-F238E27FC236}">
                <a16:creationId xmlns:a16="http://schemas.microsoft.com/office/drawing/2014/main" id="{CC2D44FC-FDC2-43B8-B4E7-5B57B8E9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389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2d0bbdd3fa4cec"/>
          <a:stretch xmlns:a="http://schemas.openxmlformats.org/drawingml/2006/main"/>
        </p:blipFill>
        <p:spPr>
          <a:xfrm xmlns:a="http://schemas.openxmlformats.org/drawingml/2006/main">
            <a:off x="495300" y="343057"/>
            <a:ext cx="400050" cy="399736"/>
          </a:xfrm>
          <a:prstGeom xmlns:a="http://schemas.openxmlformats.org/drawingml/2006/main" prst="rect">
            <a:avLst/>
          </a:prstGeom>
        </p:spPr>
      </p:pic>
      <p:pic>
        <p:nvPicPr>
          <p:cNvPr id="81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71ae24b8f14218"/>
          <a:stretch xmlns:a="http://schemas.openxmlformats.org/drawingml/2006/main"/>
        </p:blipFill>
        <p:spPr>
          <a:xfrm xmlns:a="http://schemas.openxmlformats.org/drawingml/2006/main">
            <a:off x="991828" y="304800"/>
            <a:ext cx="778595" cy="495300"/>
          </a:xfrm>
          <a:prstGeom xmlns:a="http://schemas.openxmlformats.org/drawingml/2006/main" prst="rect">
            <a:avLst/>
          </a:prstGeom>
        </p:spPr>
      </p:pic>
      <p:sp>
        <p:nvSpPr>
          <p:cNvPr id="8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6284605-0A42-4F9C-AFF3-08296CEB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548" y="214312"/>
            <a:ext cx="7123484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00D4AA"/>
                </a:solidFill>
                <a:latin typeface="Aptos Mono"/>
                <a:ea typeface="Aptos Mono"/>
                <a:cs typeface="Aptos Mono"/>
              </a:defRPr>
            </a:pPr>
            <a:r>
              <a:rPr sz="4000" b="1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>2026 </a:t>
            </a:r>
            <a:r>
              <a:rPr sz="4000" b="1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>PRODUCT ROADMAP</a:t>
            </a:r>
          </a:p>
        </p:txBody>
      </p:sp>
      <p:sp>
        <p:nvSpPr>
          <p:cNvPr id="9" name="claim-title">
            <a:extLst xmlns:a="http://schemas.openxmlformats.org/drawingml/2006/main">
              <a:ext uri="{FF2B5EF4-FFF2-40B4-BE49-F238E27FC236}">
                <a16:creationId xmlns:a16="http://schemas.microsoft.com/office/drawing/2014/main" id="{991D66DE-62F7-4DD1-ADA8-E8437BBE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790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  <a:defRPr sz="3075" b="1">
                <a:solidFill>
                  <a:srgbClr val="EDEDF0"/>
                </a:solidFill>
                <a:latin typeface="Aptos Display"/>
                <a:ea typeface="Aptos Display"/>
                <a:cs typeface="Aptos Display"/>
              </a:defRPr>
            </a:pPr>
          </a:p>
        </p:txBody>
      </p:sp>
      <p:sp>
        <p:nvSpPr>
          <p:cNvPr id="15" name="swimlane-base">
            <a:extLst xmlns:a="http://schemas.openxmlformats.org/drawingml/2006/main">
              <a:ext uri="{FF2B5EF4-FFF2-40B4-BE49-F238E27FC236}">
                <a16:creationId xmlns:a16="http://schemas.microsoft.com/office/drawing/2014/main" id="{D58B707A-597E-4CB8-BA3E-A5787E0D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81450"/>
            <a:ext cx="11087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wimlane-accent">
            <a:extLst xmlns:a="http://schemas.openxmlformats.org/drawingml/2006/main">
              <a:ext uri="{FF2B5EF4-FFF2-40B4-BE49-F238E27FC236}">
                <a16:creationId xmlns:a16="http://schemas.microsoft.com/office/drawing/2014/main" id="{D6A7B9C1-9E7C-4AE2-8B72-33DF080F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81450"/>
            <a:ext cx="11087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connector-MAY">
            <a:extLst xmlns:a="http://schemas.openxmlformats.org/drawingml/2006/main">
              <a:ext uri="{FF2B5EF4-FFF2-40B4-BE49-F238E27FC236}">
                <a16:creationId xmlns:a16="http://schemas.microsoft.com/office/drawing/2014/main" id="{CDF6C60A-6FB9-44D2-89C2-54B20293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0"/>
            <a:ext cx="14288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dot-MAY">
            <a:extLst xmlns:a="http://schemas.openxmlformats.org/drawingml/2006/main">
              <a:ext uri="{FF2B5EF4-FFF2-40B4-BE49-F238E27FC236}">
                <a16:creationId xmlns:a16="http://schemas.microsoft.com/office/drawing/2014/main" id="{81754A13-3F57-4117-9A31-0B057424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895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19050">
            <a:solidFill>
              <a:srgbClr val="1414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month-MAY">
            <a:extLst xmlns:a="http://schemas.openxmlformats.org/drawingml/2006/main">
              <a:ext uri="{FF2B5EF4-FFF2-40B4-BE49-F238E27FC236}">
                <a16:creationId xmlns:a16="http://schemas.microsoft.com/office/drawing/2014/main" id="{CA9E7890-1FC2-489E-AB8F-0128E1D8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724275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0D4AA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/>
            </a:r>
          </a:p>
        </p:txBody>
      </p:sp>
      <p:sp>
        <p:nvSpPr>
          <p:cNvPr id="20" name="milestone-card-MAY">
            <a:extLst xmlns:a="http://schemas.openxmlformats.org/drawingml/2006/main">
              <a:ext uri="{FF2B5EF4-FFF2-40B4-BE49-F238E27FC236}">
                <a16:creationId xmlns:a16="http://schemas.microsoft.com/office/drawing/2014/main" id="{A84A5556-8A38-45EC-BC85-7B770F15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9525">
            <a:solidFill>
              <a:srgbClr val="00D4AA">
                <a:alpha val="53333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milestone-accent-MAY">
            <a:extLst xmlns:a="http://schemas.openxmlformats.org/drawingml/2006/main">
              <a:ext uri="{FF2B5EF4-FFF2-40B4-BE49-F238E27FC236}">
                <a16:creationId xmlns:a16="http://schemas.microsoft.com/office/drawing/2014/main" id="{0A7BC8C3-E977-41FD-900F-5E7E885A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itle-MAY">
            <a:extLst xmlns:a="http://schemas.openxmlformats.org/drawingml/2006/main">
              <a:ext uri="{FF2B5EF4-FFF2-40B4-BE49-F238E27FC236}">
                <a16:creationId xmlns:a16="http://schemas.microsoft.com/office/drawing/2014/main" id="{BF95D4EC-F535-4BCD-B488-478B3EDD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194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23" name="detail-MAY">
            <a:extLst xmlns:a="http://schemas.openxmlformats.org/drawingml/2006/main">
              <a:ext uri="{FF2B5EF4-FFF2-40B4-BE49-F238E27FC236}">
                <a16:creationId xmlns:a16="http://schemas.microsoft.com/office/drawing/2014/main" id="{2B1B0355-AF99-45AF-B278-8AAE5DD2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90875"/>
            <a:ext cx="106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24" name="connector-JUN">
            <a:extLst xmlns:a="http://schemas.openxmlformats.org/drawingml/2006/main">
              <a:ext uri="{FF2B5EF4-FFF2-40B4-BE49-F238E27FC236}">
                <a16:creationId xmlns:a16="http://schemas.microsoft.com/office/drawing/2014/main" id="{28D8AC7B-A7C2-4695-A90C-0DC46996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6321" y="3981450"/>
            <a:ext cx="142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FF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dot-JUN">
            <a:extLst xmlns:a="http://schemas.openxmlformats.org/drawingml/2006/main">
              <a:ext uri="{FF2B5EF4-FFF2-40B4-BE49-F238E27FC236}">
                <a16:creationId xmlns:a16="http://schemas.microsoft.com/office/drawing/2014/main" id="{DF34B979-A0A0-4969-9553-77552628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0596" y="3895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19050">
            <a:solidFill>
              <a:srgbClr val="1414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month-JUN">
            <a:extLst xmlns:a="http://schemas.openxmlformats.org/drawingml/2006/main">
              <a:ext uri="{FF2B5EF4-FFF2-40B4-BE49-F238E27FC236}">
                <a16:creationId xmlns:a16="http://schemas.microsoft.com/office/drawing/2014/main" id="{9AED1232-04F0-462C-80A3-3731B13B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9621" y="35623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0A8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A8FF"/>
                </a:solidFill>
                <a:latin typeface="Aptos Mono"/>
                <a:ea typeface="Aptos Mono"/>
                <a:cs typeface="Aptos Mono"/>
              </a:rPr>
              <a:t/>
            </a:r>
          </a:p>
        </p:txBody>
      </p:sp>
      <p:sp>
        <p:nvSpPr>
          <p:cNvPr id="27" name="milestone-card-JUN">
            <a:extLst xmlns:a="http://schemas.openxmlformats.org/drawingml/2006/main">
              <a:ext uri="{FF2B5EF4-FFF2-40B4-BE49-F238E27FC236}">
                <a16:creationId xmlns:a16="http://schemas.microsoft.com/office/drawing/2014/main" id="{C7FFD9A3-641B-49EC-951B-56969008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00A8FF">
                <a:alpha val="53333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milestone-accent-JUN">
            <a:extLst xmlns:a="http://schemas.openxmlformats.org/drawingml/2006/main">
              <a:ext uri="{FF2B5EF4-FFF2-40B4-BE49-F238E27FC236}">
                <a16:creationId xmlns:a16="http://schemas.microsoft.com/office/drawing/2014/main" id="{9E994734-7B4D-4C18-B566-5EF5D464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itle-JUN">
            <a:extLst xmlns:a="http://schemas.openxmlformats.org/drawingml/2006/main">
              <a:ext uri="{FF2B5EF4-FFF2-40B4-BE49-F238E27FC236}">
                <a16:creationId xmlns:a16="http://schemas.microsoft.com/office/drawing/2014/main" id="{2319358D-2994-4832-B02E-70BF1F43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446" y="46196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30" name="detail-JUN">
            <a:extLst xmlns:a="http://schemas.openxmlformats.org/drawingml/2006/main">
              <a:ext uri="{FF2B5EF4-FFF2-40B4-BE49-F238E27FC236}">
                <a16:creationId xmlns:a16="http://schemas.microsoft.com/office/drawing/2014/main" id="{319BB137-DD7F-4D5E-BF5E-899B90A0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446" y="4791075"/>
            <a:ext cx="106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31" name="connector-JUL">
            <a:extLst xmlns:a="http://schemas.openxmlformats.org/drawingml/2006/main">
              <a:ext uri="{FF2B5EF4-FFF2-40B4-BE49-F238E27FC236}">
                <a16:creationId xmlns:a16="http://schemas.microsoft.com/office/drawing/2014/main" id="{6A998A8E-61E2-4ADC-A12F-27EDE5B3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0193" y="3619500"/>
            <a:ext cx="14288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FF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dot-JUL">
            <a:extLst xmlns:a="http://schemas.openxmlformats.org/drawingml/2006/main">
              <a:ext uri="{FF2B5EF4-FFF2-40B4-BE49-F238E27FC236}">
                <a16:creationId xmlns:a16="http://schemas.microsoft.com/office/drawing/2014/main" id="{FC8C5891-304E-4037-9EEE-5C689FE5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4468" y="3895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19050">
            <a:solidFill>
              <a:srgbClr val="1414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month-JUL">
            <a:extLst xmlns:a="http://schemas.openxmlformats.org/drawingml/2006/main">
              <a:ext uri="{FF2B5EF4-FFF2-40B4-BE49-F238E27FC236}">
                <a16:creationId xmlns:a16="http://schemas.microsoft.com/office/drawing/2014/main" id="{64C61B43-0135-426F-9E49-9E77B7F5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3493" y="3724275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0A8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A8FF"/>
                </a:solidFill>
                <a:latin typeface="Aptos Mono"/>
                <a:ea typeface="Aptos Mono"/>
                <a:cs typeface="Aptos Mono"/>
              </a:rPr>
              <a:t/>
            </a:r>
          </a:p>
        </p:txBody>
      </p:sp>
      <p:sp>
        <p:nvSpPr>
          <p:cNvPr id="34" name="milestone-card-JUL">
            <a:extLst xmlns:a="http://schemas.openxmlformats.org/drawingml/2006/main">
              <a:ext uri="{FF2B5EF4-FFF2-40B4-BE49-F238E27FC236}">
                <a16:creationId xmlns:a16="http://schemas.microsoft.com/office/drawing/2014/main" id="{0EF56A79-2F18-426C-A2CA-7F98DD63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9525">
            <a:solidFill>
              <a:srgbClr val="00A8FF">
                <a:alpha val="53333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milestone-accent-JUL">
            <a:extLst xmlns:a="http://schemas.openxmlformats.org/drawingml/2006/main">
              <a:ext uri="{FF2B5EF4-FFF2-40B4-BE49-F238E27FC236}">
                <a16:creationId xmlns:a16="http://schemas.microsoft.com/office/drawing/2014/main" id="{B30B5685-904F-4F77-A4E0-CADE92A7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itle-JUL">
            <a:extLst xmlns:a="http://schemas.openxmlformats.org/drawingml/2006/main">
              <a:ext uri="{FF2B5EF4-FFF2-40B4-BE49-F238E27FC236}">
                <a16:creationId xmlns:a16="http://schemas.microsoft.com/office/drawing/2014/main" id="{1AAD4FF4-505E-4384-811A-7BF12CAB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6318" y="30194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37" name="detail-JUL">
            <a:extLst xmlns:a="http://schemas.openxmlformats.org/drawingml/2006/main">
              <a:ext uri="{FF2B5EF4-FFF2-40B4-BE49-F238E27FC236}">
                <a16:creationId xmlns:a16="http://schemas.microsoft.com/office/drawing/2014/main" id="{62DF03B2-83AF-4461-99AE-E85A0BCB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6318" y="3190875"/>
            <a:ext cx="106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38" name="connector-AUG">
            <a:extLst xmlns:a="http://schemas.openxmlformats.org/drawingml/2006/main">
              <a:ext uri="{FF2B5EF4-FFF2-40B4-BE49-F238E27FC236}">
                <a16:creationId xmlns:a16="http://schemas.microsoft.com/office/drawing/2014/main" id="{BC273907-D999-4CFD-8DC1-97FCF110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4064" y="3981450"/>
            <a:ext cx="142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dot-AUG">
            <a:extLst xmlns:a="http://schemas.openxmlformats.org/drawingml/2006/main">
              <a:ext uri="{FF2B5EF4-FFF2-40B4-BE49-F238E27FC236}">
                <a16:creationId xmlns:a16="http://schemas.microsoft.com/office/drawing/2014/main" id="{0E95AF36-5C22-4C9B-BF32-94E39242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339" y="3895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19050">
            <a:solidFill>
              <a:srgbClr val="1414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month-AUG">
            <a:extLst xmlns:a="http://schemas.openxmlformats.org/drawingml/2006/main">
              <a:ext uri="{FF2B5EF4-FFF2-40B4-BE49-F238E27FC236}">
                <a16:creationId xmlns:a16="http://schemas.microsoft.com/office/drawing/2014/main" id="{C88AD7F7-861F-4B3F-AC1E-5063D387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7364" y="35623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A855F7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A855F7"/>
                </a:solidFill>
                <a:latin typeface="Aptos Mono"/>
                <a:ea typeface="Aptos Mono"/>
                <a:cs typeface="Aptos Mono"/>
              </a:rPr>
              <a:t/>
            </a:r>
          </a:p>
        </p:txBody>
      </p:sp>
      <p:sp>
        <p:nvSpPr>
          <p:cNvPr id="41" name="milestone-card-AUG">
            <a:extLst xmlns:a="http://schemas.openxmlformats.org/drawingml/2006/main">
              <a:ext uri="{FF2B5EF4-FFF2-40B4-BE49-F238E27FC236}">
                <a16:creationId xmlns:a16="http://schemas.microsoft.com/office/drawing/2014/main" id="{BD2B8FF5-4D10-4E3E-B674-1396FCEB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A855F7">
                <a:alpha val="53333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milestone-accent-AUG">
            <a:extLst xmlns:a="http://schemas.openxmlformats.org/drawingml/2006/main">
              <a:ext uri="{FF2B5EF4-FFF2-40B4-BE49-F238E27FC236}">
                <a16:creationId xmlns:a16="http://schemas.microsoft.com/office/drawing/2014/main" id="{5E749E42-D703-48CC-A7AD-E2F21BD3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title-AUG">
            <a:extLst xmlns:a="http://schemas.openxmlformats.org/drawingml/2006/main">
              <a:ext uri="{FF2B5EF4-FFF2-40B4-BE49-F238E27FC236}">
                <a16:creationId xmlns:a16="http://schemas.microsoft.com/office/drawing/2014/main" id="{69907521-9BBF-4FDB-BECF-A974C5A4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0189" y="46196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44" name="detail-AUG">
            <a:extLst xmlns:a="http://schemas.openxmlformats.org/drawingml/2006/main">
              <a:ext uri="{FF2B5EF4-FFF2-40B4-BE49-F238E27FC236}">
                <a16:creationId xmlns:a16="http://schemas.microsoft.com/office/drawing/2014/main" id="{2E20C826-60D0-4D49-95E9-59561F96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0189" y="4791075"/>
            <a:ext cx="106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45" name="connector-SEP">
            <a:extLst xmlns:a="http://schemas.openxmlformats.org/drawingml/2006/main">
              <a:ext uri="{FF2B5EF4-FFF2-40B4-BE49-F238E27FC236}">
                <a16:creationId xmlns:a16="http://schemas.microsoft.com/office/drawing/2014/main" id="{01426D46-77CE-4D90-B39C-BE03FED0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7936" y="3619500"/>
            <a:ext cx="14288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dot-SEP">
            <a:extLst xmlns:a="http://schemas.openxmlformats.org/drawingml/2006/main">
              <a:ext uri="{FF2B5EF4-FFF2-40B4-BE49-F238E27FC236}">
                <a16:creationId xmlns:a16="http://schemas.microsoft.com/office/drawing/2014/main" id="{638068FF-6F25-4D8D-9662-26FF688B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2211" y="3895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9050">
            <a:solidFill>
              <a:srgbClr val="1414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month-SEP">
            <a:extLst xmlns:a="http://schemas.openxmlformats.org/drawingml/2006/main">
              <a:ext uri="{FF2B5EF4-FFF2-40B4-BE49-F238E27FC236}">
                <a16:creationId xmlns:a16="http://schemas.microsoft.com/office/drawing/2014/main" id="{E734A263-AB97-4F91-8916-12D5D59F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1236" y="3724275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59E0B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59E0B"/>
                </a:solidFill>
                <a:latin typeface="Aptos Mono"/>
                <a:ea typeface="Aptos Mono"/>
                <a:cs typeface="Aptos Mono"/>
              </a:rPr>
              <a:t/>
            </a:r>
          </a:p>
        </p:txBody>
      </p:sp>
      <p:sp>
        <p:nvSpPr>
          <p:cNvPr id="48" name="milestone-card-SEP">
            <a:extLst xmlns:a="http://schemas.openxmlformats.org/drawingml/2006/main">
              <a:ext uri="{FF2B5EF4-FFF2-40B4-BE49-F238E27FC236}">
                <a16:creationId xmlns:a16="http://schemas.microsoft.com/office/drawing/2014/main" id="{672D776A-6F0E-44EB-80CB-E23025C4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9525">
            <a:solidFill>
              <a:srgbClr val="F59E0B">
                <a:alpha val="53333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milestone-accent-SEP">
            <a:extLst xmlns:a="http://schemas.openxmlformats.org/drawingml/2006/main">
              <a:ext uri="{FF2B5EF4-FFF2-40B4-BE49-F238E27FC236}">
                <a16:creationId xmlns:a16="http://schemas.microsoft.com/office/drawing/2014/main" id="{35A2401D-AB07-43DF-9958-6294A073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itle-SEP">
            <a:extLst xmlns:a="http://schemas.openxmlformats.org/drawingml/2006/main">
              <a:ext uri="{FF2B5EF4-FFF2-40B4-BE49-F238E27FC236}">
                <a16:creationId xmlns:a16="http://schemas.microsoft.com/office/drawing/2014/main" id="{54AA8202-1F7B-4248-8117-9A6D3C12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061" y="30194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51" name="detail-SEP">
            <a:extLst xmlns:a="http://schemas.openxmlformats.org/drawingml/2006/main">
              <a:ext uri="{FF2B5EF4-FFF2-40B4-BE49-F238E27FC236}">
                <a16:creationId xmlns:a16="http://schemas.microsoft.com/office/drawing/2014/main" id="{3B0A8F77-ED11-49CF-AD31-85D6351C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061" y="3190875"/>
            <a:ext cx="106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52" name="connector-OCT">
            <a:extLst xmlns:a="http://schemas.openxmlformats.org/drawingml/2006/main">
              <a:ext uri="{FF2B5EF4-FFF2-40B4-BE49-F238E27FC236}">
                <a16:creationId xmlns:a16="http://schemas.microsoft.com/office/drawing/2014/main" id="{5AAFF327-2FFF-4255-854F-F7E19126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1807" y="3981450"/>
            <a:ext cx="142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3" name="dot-OCT">
            <a:extLst xmlns:a="http://schemas.openxmlformats.org/drawingml/2006/main">
              <a:ext uri="{FF2B5EF4-FFF2-40B4-BE49-F238E27FC236}">
                <a16:creationId xmlns:a16="http://schemas.microsoft.com/office/drawing/2014/main" id="{93E963B7-3CBF-47A5-B835-3D7A3FDC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6082" y="3895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19050">
            <a:solidFill>
              <a:srgbClr val="1414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month-OCT">
            <a:extLst xmlns:a="http://schemas.openxmlformats.org/drawingml/2006/main">
              <a:ext uri="{FF2B5EF4-FFF2-40B4-BE49-F238E27FC236}">
                <a16:creationId xmlns:a16="http://schemas.microsoft.com/office/drawing/2014/main" id="{40E014E0-C90C-43B8-B1AF-FB151F38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5107" y="35623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0D4AA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/>
            </a:r>
          </a:p>
        </p:txBody>
      </p:sp>
      <p:sp>
        <p:nvSpPr>
          <p:cNvPr id="55" name="milestone-card-OCT">
            <a:extLst xmlns:a="http://schemas.openxmlformats.org/drawingml/2006/main">
              <a:ext uri="{FF2B5EF4-FFF2-40B4-BE49-F238E27FC236}">
                <a16:creationId xmlns:a16="http://schemas.microsoft.com/office/drawing/2014/main" id="{3876477E-DA84-4ABB-8300-53F5EB71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00D4AA">
                <a:alpha val="53333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6" name="milestone-accent-OCT">
            <a:extLst xmlns:a="http://schemas.openxmlformats.org/drawingml/2006/main">
              <a:ext uri="{FF2B5EF4-FFF2-40B4-BE49-F238E27FC236}">
                <a16:creationId xmlns:a16="http://schemas.microsoft.com/office/drawing/2014/main" id="{371BB80A-BA60-4D27-B232-9B243E24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7" name="title-OCT">
            <a:extLst xmlns:a="http://schemas.openxmlformats.org/drawingml/2006/main">
              <a:ext uri="{FF2B5EF4-FFF2-40B4-BE49-F238E27FC236}">
                <a16:creationId xmlns:a16="http://schemas.microsoft.com/office/drawing/2014/main" id="{C7EE9E90-F613-46A7-B9E0-FB04A603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932" y="46196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58" name="detail-OCT">
            <a:extLst xmlns:a="http://schemas.openxmlformats.org/drawingml/2006/main">
              <a:ext uri="{FF2B5EF4-FFF2-40B4-BE49-F238E27FC236}">
                <a16:creationId xmlns:a16="http://schemas.microsoft.com/office/drawing/2014/main" id="{A00DAD13-C086-4546-AA33-00366A12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932" y="4791075"/>
            <a:ext cx="106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59" name="connector-NOV">
            <a:extLst xmlns:a="http://schemas.openxmlformats.org/drawingml/2006/main">
              <a:ext uri="{FF2B5EF4-FFF2-40B4-BE49-F238E27FC236}">
                <a16:creationId xmlns:a16="http://schemas.microsoft.com/office/drawing/2014/main" id="{66EA33A7-203D-4354-8458-37F2A01D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5679" y="3619500"/>
            <a:ext cx="14288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0" name="dot-NOV">
            <a:extLst xmlns:a="http://schemas.openxmlformats.org/drawingml/2006/main">
              <a:ext uri="{FF2B5EF4-FFF2-40B4-BE49-F238E27FC236}">
                <a16:creationId xmlns:a16="http://schemas.microsoft.com/office/drawing/2014/main" id="{FA7956C4-D984-43A7-B28F-7F974D21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9954" y="3895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9050">
            <a:solidFill>
              <a:srgbClr val="1414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1" name="month-NOV">
            <a:extLst xmlns:a="http://schemas.openxmlformats.org/drawingml/2006/main">
              <a:ext uri="{FF2B5EF4-FFF2-40B4-BE49-F238E27FC236}">
                <a16:creationId xmlns:a16="http://schemas.microsoft.com/office/drawing/2014/main" id="{1045B55D-B257-4F1C-AE57-F6AC7F2C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979" y="3724275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0B981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10B981"/>
                </a:solidFill>
                <a:latin typeface="Aptos Mono"/>
                <a:ea typeface="Aptos Mono"/>
                <a:cs typeface="Aptos Mono"/>
              </a:rPr>
              <a:t/>
            </a:r>
          </a:p>
        </p:txBody>
      </p:sp>
      <p:sp>
        <p:nvSpPr>
          <p:cNvPr id="62" name="milestone-card-NOV">
            <a:extLst xmlns:a="http://schemas.openxmlformats.org/drawingml/2006/main">
              <a:ext uri="{FF2B5EF4-FFF2-40B4-BE49-F238E27FC236}">
                <a16:creationId xmlns:a16="http://schemas.microsoft.com/office/drawing/2014/main" id="{908D7AF0-54B3-49B7-9267-615AD4D2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9525">
            <a:solidFill>
              <a:srgbClr val="10B981">
                <a:alpha val="53333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3" name="milestone-accent-NOV">
            <a:extLst xmlns:a="http://schemas.openxmlformats.org/drawingml/2006/main">
              <a:ext uri="{FF2B5EF4-FFF2-40B4-BE49-F238E27FC236}">
                <a16:creationId xmlns:a16="http://schemas.microsoft.com/office/drawing/2014/main" id="{E562D1D8-38AB-490E-B6B3-29C60C8A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4" name="title-NOV">
            <a:extLst xmlns:a="http://schemas.openxmlformats.org/drawingml/2006/main">
              <a:ext uri="{FF2B5EF4-FFF2-40B4-BE49-F238E27FC236}">
                <a16:creationId xmlns:a16="http://schemas.microsoft.com/office/drawing/2014/main" id="{A64AD3CB-CCF5-4C5D-8897-DBE4CCC8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1804" y="30194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65" name="detail-NOV">
            <a:extLst xmlns:a="http://schemas.openxmlformats.org/drawingml/2006/main">
              <a:ext uri="{FF2B5EF4-FFF2-40B4-BE49-F238E27FC236}">
                <a16:creationId xmlns:a16="http://schemas.microsoft.com/office/drawing/2014/main" id="{D8DB6A48-9ABF-4BF0-90A7-DF68A9E1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1804" y="3190875"/>
            <a:ext cx="106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66" name="connector-DEC">
            <a:extLst xmlns:a="http://schemas.openxmlformats.org/drawingml/2006/main">
              <a:ext uri="{FF2B5EF4-FFF2-40B4-BE49-F238E27FC236}">
                <a16:creationId xmlns:a16="http://schemas.microsoft.com/office/drawing/2014/main" id="{986AD770-45D6-49F7-85CF-B63C0404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3981450"/>
            <a:ext cx="142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7" name="dot-DEC">
            <a:extLst xmlns:a="http://schemas.openxmlformats.org/drawingml/2006/main">
              <a:ext uri="{FF2B5EF4-FFF2-40B4-BE49-F238E27FC236}">
                <a16:creationId xmlns:a16="http://schemas.microsoft.com/office/drawing/2014/main" id="{4DD435B3-B574-4650-8EA8-F6F146A2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3895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9050">
            <a:solidFill>
              <a:srgbClr val="1414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8" name="month-DEC">
            <a:extLst xmlns:a="http://schemas.openxmlformats.org/drawingml/2006/main">
              <a:ext uri="{FF2B5EF4-FFF2-40B4-BE49-F238E27FC236}">
                <a16:creationId xmlns:a16="http://schemas.microsoft.com/office/drawing/2014/main" id="{FEB54916-3392-420B-8F50-FF0F338A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35623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59E0B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59E0B"/>
                </a:solidFill>
                <a:latin typeface="Aptos Mono"/>
                <a:ea typeface="Aptos Mono"/>
                <a:cs typeface="Aptos Mono"/>
              </a:rPr>
              <a:t/>
            </a:r>
          </a:p>
        </p:txBody>
      </p:sp>
      <p:sp>
        <p:nvSpPr>
          <p:cNvPr id="69" name="milestone-card-DEC">
            <a:extLst xmlns:a="http://schemas.openxmlformats.org/drawingml/2006/main">
              <a:ext uri="{FF2B5EF4-FFF2-40B4-BE49-F238E27FC236}">
                <a16:creationId xmlns:a16="http://schemas.microsoft.com/office/drawing/2014/main" id="{EDBAE3D2-098E-458F-B6F5-7B7E9AF3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F59E0B">
                <a:alpha val="53333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0" name="milestone-accent-DEC">
            <a:extLst xmlns:a="http://schemas.openxmlformats.org/drawingml/2006/main">
              <a:ext uri="{FF2B5EF4-FFF2-40B4-BE49-F238E27FC236}">
                <a16:creationId xmlns:a16="http://schemas.microsoft.com/office/drawing/2014/main" id="{5B5270F9-A48C-43DE-AA8F-9C7E65FC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1" name="title-DEC">
            <a:extLst xmlns:a="http://schemas.openxmlformats.org/drawingml/2006/main">
              <a:ext uri="{FF2B5EF4-FFF2-40B4-BE49-F238E27FC236}">
                <a16:creationId xmlns:a16="http://schemas.microsoft.com/office/drawing/2014/main" id="{5D627496-045C-46C8-A992-E6EA1FE6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6196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72" name="detail-DEC">
            <a:extLst xmlns:a="http://schemas.openxmlformats.org/drawingml/2006/main">
              <a:ext uri="{FF2B5EF4-FFF2-40B4-BE49-F238E27FC236}">
                <a16:creationId xmlns:a16="http://schemas.microsoft.com/office/drawing/2014/main" id="{3C9EEE5D-0BB1-466D-B885-E2924D69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791075"/>
            <a:ext cx="106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75" name="page-marker">
            <a:extLst xmlns:a="http://schemas.openxmlformats.org/drawingml/2006/main">
              <a:ext uri="{FF2B5EF4-FFF2-40B4-BE49-F238E27FC236}">
                <a16:creationId xmlns:a16="http://schemas.microsoft.com/office/drawing/2014/main" id="{25DC0D00-3F7F-478F-95B0-61240177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A7A9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A7A90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79" name="may-complete-badge">
            <a:extLst xmlns:a="http://schemas.openxmlformats.org/drawingml/2006/main">
              <a:ext uri="{FF2B5EF4-FFF2-40B4-BE49-F238E27FC236}">
                <a16:creationId xmlns:a16="http://schemas.microsoft.com/office/drawing/2014/main" id="{329C7BAE-7497-4178-AECD-743A7CB0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29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28575">
            <a:solidFill>
              <a:srgbClr val="14141E"/>
            </a:solidFill>
            <a:prstDash val="solid"/>
          </a:ln>
        </p:spPr>
      </p:sp>
      <p:sp>
        <p:nvSpPr>
          <p:cNvPr id="80" name="may-complete-check">
            <a:extLst xmlns:a="http://schemas.openxmlformats.org/drawingml/2006/main">
              <a:ext uri="{FF2B5EF4-FFF2-40B4-BE49-F238E27FC236}">
                <a16:creationId xmlns:a16="http://schemas.microsoft.com/office/drawing/2014/main" id="{2FC56AF4-51A3-4B6D-9E49-1EA2914E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2430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4141E"/>
                </a:solidFill>
              </a:defRPr>
            </a:pPr>
            <a:r>
              <a:rPr sz="1425" b="1">
                <a:solidFill>
                  <a:srgbClr val="14141E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83" name="month-pill-bg-MAY">
            <a:extLst xmlns:a="http://schemas.openxmlformats.org/drawingml/2006/main">
              <a:ext uri="{FF2B5EF4-FFF2-40B4-BE49-F238E27FC236}">
                <a16:creationId xmlns:a16="http://schemas.microsoft.com/office/drawing/2014/main" id="{4C7E0C96-BDCE-4696-93AB-F6E3841C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191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month-pill-MAY">
            <a:extLst xmlns:a="http://schemas.openxmlformats.org/drawingml/2006/main">
              <a:ext uri="{FF2B5EF4-FFF2-40B4-BE49-F238E27FC236}">
                <a16:creationId xmlns:a16="http://schemas.microsoft.com/office/drawing/2014/main" id="{364CAC1C-EEC8-43A5-A190-FF2F2CC6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191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00D4AA"/>
                </a:solidFill>
              </a:defRPr>
            </a:pPr>
            <a:r>
              <a:rPr sz="750" b="1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>MAY</a:t>
            </a:r>
          </a:p>
        </p:txBody>
      </p:sp>
      <p:sp>
        <p:nvSpPr>
          <p:cNvPr id="85" name="month-pill-bg-JUN">
            <a:extLst xmlns:a="http://schemas.openxmlformats.org/drawingml/2006/main">
              <a:ext uri="{FF2B5EF4-FFF2-40B4-BE49-F238E27FC236}">
                <a16:creationId xmlns:a16="http://schemas.microsoft.com/office/drawing/2014/main" id="{9ED0D060-3A11-49D5-99A1-7E9CAD1F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762" y="36290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month-pill-JUN">
            <a:extLst xmlns:a="http://schemas.openxmlformats.org/drawingml/2006/main">
              <a:ext uri="{FF2B5EF4-FFF2-40B4-BE49-F238E27FC236}">
                <a16:creationId xmlns:a16="http://schemas.microsoft.com/office/drawing/2014/main" id="{415F98F0-572A-4AF2-8241-42EE781F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762" y="36290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00A8FF"/>
                </a:solidFill>
              </a:defRPr>
            </a:pPr>
            <a:r>
              <a:rPr sz="750" b="1">
                <a:solidFill>
                  <a:srgbClr val="00A8FF"/>
                </a:solidFill>
                <a:latin typeface="Aptos Mono"/>
                <a:ea typeface="Aptos Mono"/>
                <a:cs typeface="Aptos Mono"/>
              </a:rPr>
              <a:t>JUN</a:t>
            </a:r>
          </a:p>
        </p:txBody>
      </p:sp>
      <p:sp>
        <p:nvSpPr>
          <p:cNvPr id="87" name="month-pill-bg-JUL">
            <a:extLst xmlns:a="http://schemas.openxmlformats.org/drawingml/2006/main">
              <a:ext uri="{FF2B5EF4-FFF2-40B4-BE49-F238E27FC236}">
                <a16:creationId xmlns:a16="http://schemas.microsoft.com/office/drawing/2014/main" id="{113FF010-EB07-496E-89C4-10052A44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1579" y="410527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month-pill-JUL">
            <a:extLst xmlns:a="http://schemas.openxmlformats.org/drawingml/2006/main">
              <a:ext uri="{FF2B5EF4-FFF2-40B4-BE49-F238E27FC236}">
                <a16:creationId xmlns:a16="http://schemas.microsoft.com/office/drawing/2014/main" id="{3442F896-015E-49C1-BFF8-41292CFD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1579" y="410527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00A8FF"/>
                </a:solidFill>
              </a:defRPr>
            </a:pPr>
            <a:r>
              <a:rPr sz="750" b="1">
                <a:solidFill>
                  <a:srgbClr val="00A8FF"/>
                </a:solidFill>
                <a:latin typeface="Aptos Mono"/>
                <a:ea typeface="Aptos Mono"/>
                <a:cs typeface="Aptos Mono"/>
              </a:rPr>
              <a:t>JUL</a:t>
            </a:r>
          </a:p>
        </p:txBody>
      </p:sp>
      <p:sp>
        <p:nvSpPr>
          <p:cNvPr id="89" name="month-pill-bg-AUG">
            <a:extLst xmlns:a="http://schemas.openxmlformats.org/drawingml/2006/main">
              <a:ext uri="{FF2B5EF4-FFF2-40B4-BE49-F238E27FC236}">
                <a16:creationId xmlns:a16="http://schemas.microsoft.com/office/drawing/2014/main" id="{4F569329-6C32-4898-95BD-33E3E61F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5492" y="36290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month-pill-AUG">
            <a:extLst xmlns:a="http://schemas.openxmlformats.org/drawingml/2006/main">
              <a:ext uri="{FF2B5EF4-FFF2-40B4-BE49-F238E27FC236}">
                <a16:creationId xmlns:a16="http://schemas.microsoft.com/office/drawing/2014/main" id="{CD42B882-617B-46FD-A64E-243D0012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5492" y="36290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A855F7"/>
                </a:solidFill>
              </a:defRPr>
            </a:pPr>
            <a:r>
              <a:rPr sz="750" b="1">
                <a:solidFill>
                  <a:srgbClr val="A855F7"/>
                </a:solidFill>
                <a:latin typeface="Aptos Mono"/>
                <a:ea typeface="Aptos Mono"/>
                <a:cs typeface="Aptos Mono"/>
              </a:rPr>
              <a:t>AUG</a:t>
            </a:r>
          </a:p>
        </p:txBody>
      </p:sp>
      <p:sp>
        <p:nvSpPr>
          <p:cNvPr id="91" name="month-pill-bg-SEP">
            <a:extLst xmlns:a="http://schemas.openxmlformats.org/drawingml/2006/main">
              <a:ext uri="{FF2B5EF4-FFF2-40B4-BE49-F238E27FC236}">
                <a16:creationId xmlns:a16="http://schemas.microsoft.com/office/drawing/2014/main" id="{78116B59-D6CC-45EF-9DB6-D5DA582B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309" y="410527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month-pill-SEP">
            <a:extLst xmlns:a="http://schemas.openxmlformats.org/drawingml/2006/main">
              <a:ext uri="{FF2B5EF4-FFF2-40B4-BE49-F238E27FC236}">
                <a16:creationId xmlns:a16="http://schemas.microsoft.com/office/drawing/2014/main" id="{5728F80D-506A-4723-9429-96D723D4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309" y="410527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59E0B"/>
                </a:solidFill>
              </a:defRPr>
            </a:pPr>
            <a:r>
              <a:rPr sz="750" b="1">
                <a:solidFill>
                  <a:srgbClr val="F59E0B"/>
                </a:solidFill>
                <a:latin typeface="Aptos Mono"/>
                <a:ea typeface="Aptos Mono"/>
                <a:cs typeface="Aptos Mono"/>
              </a:rPr>
              <a:t>SEP</a:t>
            </a:r>
          </a:p>
        </p:txBody>
      </p:sp>
      <p:sp>
        <p:nvSpPr>
          <p:cNvPr id="93" name="month-pill-bg-OCT">
            <a:extLst xmlns:a="http://schemas.openxmlformats.org/drawingml/2006/main">
              <a:ext uri="{FF2B5EF4-FFF2-40B4-BE49-F238E27FC236}">
                <a16:creationId xmlns:a16="http://schemas.microsoft.com/office/drawing/2014/main" id="{5158AFDD-7949-43A6-980D-707C2A0E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3221" y="36290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month-pill-OCT">
            <a:extLst xmlns:a="http://schemas.openxmlformats.org/drawingml/2006/main">
              <a:ext uri="{FF2B5EF4-FFF2-40B4-BE49-F238E27FC236}">
                <a16:creationId xmlns:a16="http://schemas.microsoft.com/office/drawing/2014/main" id="{F567C645-91B6-4410-8219-C8D07FC7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3221" y="36290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00D4AA"/>
                </a:solidFill>
              </a:defRPr>
            </a:pPr>
            <a:r>
              <a:rPr sz="750" b="1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>OCT</a:t>
            </a:r>
          </a:p>
        </p:txBody>
      </p:sp>
      <p:sp>
        <p:nvSpPr>
          <p:cNvPr id="95" name="month-pill-bg-NOV">
            <a:extLst xmlns:a="http://schemas.openxmlformats.org/drawingml/2006/main">
              <a:ext uri="{FF2B5EF4-FFF2-40B4-BE49-F238E27FC236}">
                <a16:creationId xmlns:a16="http://schemas.microsoft.com/office/drawing/2014/main" id="{823529E3-C203-4C18-8EAF-59D14C92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7038" y="36290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month-pill-NOV">
            <a:extLst xmlns:a="http://schemas.openxmlformats.org/drawingml/2006/main">
              <a:ext uri="{FF2B5EF4-FFF2-40B4-BE49-F238E27FC236}">
                <a16:creationId xmlns:a16="http://schemas.microsoft.com/office/drawing/2014/main" id="{22BE0CAD-4996-43DF-8A8C-A6CB186D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7038" y="36290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10B981"/>
                </a:solidFill>
              </a:defRPr>
            </a:pPr>
            <a:r>
              <a:rPr sz="750" b="1">
                <a:solidFill>
                  <a:srgbClr val="10B981"/>
                </a:solidFill>
                <a:latin typeface="Aptos Mono"/>
                <a:ea typeface="Aptos Mono"/>
                <a:cs typeface="Aptos Mono"/>
              </a:rPr>
              <a:t>NOV</a:t>
            </a:r>
          </a:p>
        </p:txBody>
      </p:sp>
      <p:sp>
        <p:nvSpPr>
          <p:cNvPr id="97" name="month-pill-bg-DEC">
            <a:extLst xmlns:a="http://schemas.openxmlformats.org/drawingml/2006/main">
              <a:ext uri="{FF2B5EF4-FFF2-40B4-BE49-F238E27FC236}">
                <a16:creationId xmlns:a16="http://schemas.microsoft.com/office/drawing/2014/main" id="{810341E6-8779-4DA1-BD25-9F6362C1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6290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month-pill-DEC">
            <a:extLst xmlns:a="http://schemas.openxmlformats.org/drawingml/2006/main">
              <a:ext uri="{FF2B5EF4-FFF2-40B4-BE49-F238E27FC236}">
                <a16:creationId xmlns:a16="http://schemas.microsoft.com/office/drawing/2014/main" id="{2DFDB0C7-62E3-48A2-8FA8-AA15BF85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6290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59E0B"/>
                </a:solidFill>
              </a:defRPr>
            </a:pPr>
            <a:r>
              <a:rPr sz="750" b="1">
                <a:solidFill>
                  <a:srgbClr val="F59E0B"/>
                </a:solidFill>
                <a:latin typeface="Aptos Mono"/>
                <a:ea typeface="Aptos Mono"/>
                <a:cs typeface="Aptos Mono"/>
              </a:rPr>
              <a:t>DEC</a:t>
            </a:r>
          </a:p>
        </p:txBody>
      </p:sp>
      <p:sp>
        <p:nvSpPr>
          <p:cNvPr id="101" name="premium-card-MAY">
            <a:extLst xmlns:a="http://schemas.openxmlformats.org/drawingml/2006/main">
              <a:ext uri="{FF2B5EF4-FFF2-40B4-BE49-F238E27FC236}">
                <a16:creationId xmlns:a16="http://schemas.microsoft.com/office/drawing/2014/main" id="{DAEEACDE-027D-4A18-B433-F2FCC6B7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705100"/>
            <a:ext cx="1485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00D4AA">
                <a:alpha val="60000"/>
              </a:srgbClr>
            </a:solidFill>
            <a:prstDash val="solid"/>
          </a:ln>
        </p:spPr>
      </p:sp>
      <p:sp>
        <p:nvSpPr>
          <p:cNvPr id="102" name="premium-card-accent-MAY">
            <a:extLst xmlns:a="http://schemas.openxmlformats.org/drawingml/2006/main">
              <a:ext uri="{FF2B5EF4-FFF2-40B4-BE49-F238E27FC236}">
                <a16:creationId xmlns:a16="http://schemas.microsoft.com/office/drawing/2014/main" id="{B358CEB5-D0A6-4275-86D9-680390AD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705100"/>
            <a:ext cx="1485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premium-row-bg-MAY-1">
            <a:extLst xmlns:a="http://schemas.openxmlformats.org/drawingml/2006/main">
              <a:ext uri="{FF2B5EF4-FFF2-40B4-BE49-F238E27FC236}">
                <a16:creationId xmlns:a16="http://schemas.microsoft.com/office/drawing/2014/main" id="{FC7BFB20-D640-4A90-86E9-DEAF68F3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2892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premium-row-dot-MAY-1">
            <a:extLst xmlns:a="http://schemas.openxmlformats.org/drawingml/2006/main">
              <a:ext uri="{FF2B5EF4-FFF2-40B4-BE49-F238E27FC236}">
                <a16:creationId xmlns:a16="http://schemas.microsoft.com/office/drawing/2014/main" id="{08EAAF77-27F0-48E2-AF91-6A1B371B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956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premium-row-text-MAY-1">
            <a:extLst xmlns:a="http://schemas.openxmlformats.org/drawingml/2006/main">
              <a:ext uri="{FF2B5EF4-FFF2-40B4-BE49-F238E27FC236}">
                <a16:creationId xmlns:a16="http://schemas.microsoft.com/office/drawing/2014/main" id="{A5D3D2DD-816F-44BF-97D1-CC897C98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84797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Metric registry</a:t>
            </a:r>
          </a:p>
        </p:txBody>
      </p:sp>
      <p:sp>
        <p:nvSpPr>
          <p:cNvPr id="106" name="premium-row-bg-MAY-2">
            <a:extLst xmlns:a="http://schemas.openxmlformats.org/drawingml/2006/main">
              <a:ext uri="{FF2B5EF4-FFF2-40B4-BE49-F238E27FC236}">
                <a16:creationId xmlns:a16="http://schemas.microsoft.com/office/drawing/2014/main" id="{EF035A8F-6C9F-4AED-BEED-E021BAF2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670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premium-row-dot-MAY-2">
            <a:extLst xmlns:a="http://schemas.openxmlformats.org/drawingml/2006/main">
              <a:ext uri="{FF2B5EF4-FFF2-40B4-BE49-F238E27FC236}">
                <a16:creationId xmlns:a16="http://schemas.microsoft.com/office/drawing/2014/main" id="{C4A11BB0-337F-4D0B-B167-5CCEB2A5D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337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" name="premium-row-text-MAY-2">
            <a:extLst xmlns:a="http://schemas.openxmlformats.org/drawingml/2006/main">
              <a:ext uri="{FF2B5EF4-FFF2-40B4-BE49-F238E27FC236}">
                <a16:creationId xmlns:a16="http://schemas.microsoft.com/office/drawing/2014/main" id="{EB50F232-F2E0-47A0-A97A-FC6DE9FB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08610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Dataset loader</a:t>
            </a:r>
          </a:p>
        </p:txBody>
      </p:sp>
      <p:sp>
        <p:nvSpPr>
          <p:cNvPr id="109" name="premium-row-bg-MAY-3">
            <a:extLst xmlns:a="http://schemas.openxmlformats.org/drawingml/2006/main">
              <a:ext uri="{FF2B5EF4-FFF2-40B4-BE49-F238E27FC236}">
                <a16:creationId xmlns:a16="http://schemas.microsoft.com/office/drawing/2014/main" id="{7343C8FB-75B9-40D1-8568-6CFB4FB45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0517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premium-row-dot-MAY-3">
            <a:extLst xmlns:a="http://schemas.openxmlformats.org/drawingml/2006/main">
              <a:ext uri="{FF2B5EF4-FFF2-40B4-BE49-F238E27FC236}">
                <a16:creationId xmlns:a16="http://schemas.microsoft.com/office/drawing/2014/main" id="{C5F65667-496A-4FA1-935D-87AEB954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71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1" name="premium-row-text-MAY-3">
            <a:extLst xmlns:a="http://schemas.openxmlformats.org/drawingml/2006/main">
              <a:ext uri="{FF2B5EF4-FFF2-40B4-BE49-F238E27FC236}">
                <a16:creationId xmlns:a16="http://schemas.microsoft.com/office/drawing/2014/main" id="{9F8D3434-B0F6-41FC-AC97-18690EE5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32422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Run schema</a:t>
            </a:r>
          </a:p>
        </p:txBody>
      </p:sp>
      <p:sp>
        <p:nvSpPr>
          <p:cNvPr id="112" name="premium-card-JUN">
            <a:extLst xmlns:a="http://schemas.openxmlformats.org/drawingml/2006/main">
              <a:ext uri="{FF2B5EF4-FFF2-40B4-BE49-F238E27FC236}">
                <a16:creationId xmlns:a16="http://schemas.microsoft.com/office/drawing/2014/main" id="{DF925371-E1A7-478B-95AA-F1EC6C7A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81500"/>
            <a:ext cx="1485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00A8FF">
                <a:alpha val="60000"/>
              </a:srgbClr>
            </a:solidFill>
            <a:prstDash val="solid"/>
          </a:ln>
        </p:spPr>
      </p:sp>
      <p:sp>
        <p:nvSpPr>
          <p:cNvPr id="113" name="premium-card-accent-JUN">
            <a:extLst xmlns:a="http://schemas.openxmlformats.org/drawingml/2006/main">
              <a:ext uri="{FF2B5EF4-FFF2-40B4-BE49-F238E27FC236}">
                <a16:creationId xmlns:a16="http://schemas.microsoft.com/office/drawing/2014/main" id="{0D77AA30-EB19-4172-B54E-A2BD53C35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81500"/>
            <a:ext cx="1485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4" name="premium-row-bg-JUN-1">
            <a:extLst xmlns:a="http://schemas.openxmlformats.org/drawingml/2006/main">
              <a:ext uri="{FF2B5EF4-FFF2-40B4-BE49-F238E27FC236}">
                <a16:creationId xmlns:a16="http://schemas.microsoft.com/office/drawing/2014/main" id="{345CB6F9-7B5B-4A71-9E2B-B1850259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50532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5" name="premium-row-dot-JUN-1">
            <a:extLst xmlns:a="http://schemas.openxmlformats.org/drawingml/2006/main">
              <a:ext uri="{FF2B5EF4-FFF2-40B4-BE49-F238E27FC236}">
                <a16:creationId xmlns:a16="http://schemas.microsoft.com/office/drawing/2014/main" id="{0168A5FF-2216-4981-90A7-824551F1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5720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6" name="premium-row-text-JUN-1">
            <a:extLst xmlns:a="http://schemas.openxmlformats.org/drawingml/2006/main">
              <a:ext uri="{FF2B5EF4-FFF2-40B4-BE49-F238E27FC236}">
                <a16:creationId xmlns:a16="http://schemas.microsoft.com/office/drawing/2014/main" id="{2CBDB0F5-8ED6-4EEE-B2D7-3C20662B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452437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Compare view</a:t>
            </a:r>
          </a:p>
        </p:txBody>
      </p:sp>
      <p:sp>
        <p:nvSpPr>
          <p:cNvPr id="117" name="premium-row-bg-JUN-2">
            <a:extLst xmlns:a="http://schemas.openxmlformats.org/drawingml/2006/main">
              <a:ext uri="{FF2B5EF4-FFF2-40B4-BE49-F238E27FC236}">
                <a16:creationId xmlns:a16="http://schemas.microsoft.com/office/drawing/2014/main" id="{EA541793-A01C-4B6F-AE1C-E26F8B6AF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7434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8" name="premium-row-dot-JUN-2">
            <a:extLst xmlns:a="http://schemas.openxmlformats.org/drawingml/2006/main">
              <a:ext uri="{FF2B5EF4-FFF2-40B4-BE49-F238E27FC236}">
                <a16:creationId xmlns:a16="http://schemas.microsoft.com/office/drawing/2014/main" id="{959D4F88-59B4-4333-B876-6DAB34F1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8101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9" name="premium-row-text-JUN-2">
            <a:extLst xmlns:a="http://schemas.openxmlformats.org/drawingml/2006/main">
              <a:ext uri="{FF2B5EF4-FFF2-40B4-BE49-F238E27FC236}">
                <a16:creationId xmlns:a16="http://schemas.microsoft.com/office/drawing/2014/main" id="{00F49B70-B233-4520-AA64-D3F60694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476250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Filters</a:t>
            </a:r>
          </a:p>
        </p:txBody>
      </p:sp>
      <p:sp>
        <p:nvSpPr>
          <p:cNvPr id="120" name="premium-row-bg-JUN-3">
            <a:extLst xmlns:a="http://schemas.openxmlformats.org/drawingml/2006/main">
              <a:ext uri="{FF2B5EF4-FFF2-40B4-BE49-F238E27FC236}">
                <a16:creationId xmlns:a16="http://schemas.microsoft.com/office/drawing/2014/main" id="{7ACF3AC4-E1BB-45F5-B99A-56B68117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8157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1" name="premium-row-dot-JUN-3">
            <a:extLst xmlns:a="http://schemas.openxmlformats.org/drawingml/2006/main">
              <a:ext uri="{FF2B5EF4-FFF2-40B4-BE49-F238E27FC236}">
                <a16:creationId xmlns:a16="http://schemas.microsoft.com/office/drawing/2014/main" id="{9112B044-280F-4F98-B525-8E362438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0482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2" name="premium-row-text-JUN-3">
            <a:extLst xmlns:a="http://schemas.openxmlformats.org/drawingml/2006/main">
              <a:ext uri="{FF2B5EF4-FFF2-40B4-BE49-F238E27FC236}">
                <a16:creationId xmlns:a16="http://schemas.microsoft.com/office/drawing/2014/main" id="{DF412B6F-FC0E-4E70-B7FE-510BDD82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500062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Baseline diff</a:t>
            </a:r>
          </a:p>
        </p:txBody>
      </p:sp>
      <p:sp>
        <p:nvSpPr>
          <p:cNvPr id="123" name="premium-card-JUL">
            <a:extLst xmlns:a="http://schemas.openxmlformats.org/drawingml/2006/main">
              <a:ext uri="{FF2B5EF4-FFF2-40B4-BE49-F238E27FC236}">
                <a16:creationId xmlns:a16="http://schemas.microsoft.com/office/drawing/2014/main" id="{639F6FD3-91CC-49C1-8DA9-614E0FB1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05100"/>
            <a:ext cx="1485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00A8FF">
                <a:alpha val="60000"/>
              </a:srgbClr>
            </a:solidFill>
            <a:prstDash val="solid"/>
          </a:ln>
        </p:spPr>
      </p:sp>
      <p:sp>
        <p:nvSpPr>
          <p:cNvPr id="124" name="premium-card-accent-JUL">
            <a:extLst xmlns:a="http://schemas.openxmlformats.org/drawingml/2006/main">
              <a:ext uri="{FF2B5EF4-FFF2-40B4-BE49-F238E27FC236}">
                <a16:creationId xmlns:a16="http://schemas.microsoft.com/office/drawing/2014/main" id="{9E42618E-84E8-45FC-9E6F-0C01CC09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05100"/>
            <a:ext cx="1485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5" name="premium-row-bg-JUL-1">
            <a:extLst xmlns:a="http://schemas.openxmlformats.org/drawingml/2006/main">
              <a:ext uri="{FF2B5EF4-FFF2-40B4-BE49-F238E27FC236}">
                <a16:creationId xmlns:a16="http://schemas.microsoft.com/office/drawing/2014/main" id="{13015758-2A3E-43CA-9A5D-E0ACA31C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2892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6" name="premium-row-dot-JUL-1">
            <a:extLst xmlns:a="http://schemas.openxmlformats.org/drawingml/2006/main">
              <a:ext uri="{FF2B5EF4-FFF2-40B4-BE49-F238E27FC236}">
                <a16:creationId xmlns:a16="http://schemas.microsoft.com/office/drawing/2014/main" id="{2B0E2BDE-0C73-412B-86AD-DB521890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8956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7" name="premium-row-text-JUL-1">
            <a:extLst xmlns:a="http://schemas.openxmlformats.org/drawingml/2006/main">
              <a:ext uri="{FF2B5EF4-FFF2-40B4-BE49-F238E27FC236}">
                <a16:creationId xmlns:a16="http://schemas.microsoft.com/office/drawing/2014/main" id="{EA06D460-FC64-4D9F-9CA0-9A82A8B3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84797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Evidence view</a:t>
            </a:r>
          </a:p>
        </p:txBody>
      </p:sp>
      <p:sp>
        <p:nvSpPr>
          <p:cNvPr id="128" name="premium-row-bg-JUL-2">
            <a:extLst xmlns:a="http://schemas.openxmlformats.org/drawingml/2006/main">
              <a:ext uri="{FF2B5EF4-FFF2-40B4-BE49-F238E27FC236}">
                <a16:creationId xmlns:a16="http://schemas.microsoft.com/office/drawing/2014/main" id="{1F42ABD4-128D-44DD-AB57-BE489DC4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0670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9" name="premium-row-dot-JUL-2">
            <a:extLst xmlns:a="http://schemas.openxmlformats.org/drawingml/2006/main">
              <a:ext uri="{FF2B5EF4-FFF2-40B4-BE49-F238E27FC236}">
                <a16:creationId xmlns:a16="http://schemas.microsoft.com/office/drawing/2014/main" id="{83B18F28-3C4F-469D-9F9F-5246446B2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1337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0" name="premium-row-text-JUL-2">
            <a:extLst xmlns:a="http://schemas.openxmlformats.org/drawingml/2006/main">
              <a:ext uri="{FF2B5EF4-FFF2-40B4-BE49-F238E27FC236}">
                <a16:creationId xmlns:a16="http://schemas.microsoft.com/office/drawing/2014/main" id="{A8EE79CD-32F1-4103-9EF3-92D75F81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08610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Root causes</a:t>
            </a:r>
          </a:p>
        </p:txBody>
      </p:sp>
      <p:sp>
        <p:nvSpPr>
          <p:cNvPr id="131" name="premium-row-bg-JUL-3">
            <a:extLst xmlns:a="http://schemas.openxmlformats.org/drawingml/2006/main">
              <a:ext uri="{FF2B5EF4-FFF2-40B4-BE49-F238E27FC236}">
                <a16:creationId xmlns:a16="http://schemas.microsoft.com/office/drawing/2014/main" id="{B1BB1668-D57E-46EB-87BF-9EBB448C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30517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2" name="premium-row-dot-JUL-3">
            <a:extLst xmlns:a="http://schemas.openxmlformats.org/drawingml/2006/main">
              <a:ext uri="{FF2B5EF4-FFF2-40B4-BE49-F238E27FC236}">
                <a16:creationId xmlns:a16="http://schemas.microsoft.com/office/drawing/2014/main" id="{3D2883A5-FD3A-476C-BA7D-8D115E24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371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3" name="premium-row-text-JUL-3">
            <a:extLst xmlns:a="http://schemas.openxmlformats.org/drawingml/2006/main">
              <a:ext uri="{FF2B5EF4-FFF2-40B4-BE49-F238E27FC236}">
                <a16:creationId xmlns:a16="http://schemas.microsoft.com/office/drawing/2014/main" id="{E0C01CCF-5A82-4AE2-BEF6-70BE41F7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32422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Failure groups</a:t>
            </a:r>
          </a:p>
        </p:txBody>
      </p:sp>
      <p:sp>
        <p:nvSpPr>
          <p:cNvPr id="134" name="premium-card-AUG">
            <a:extLst xmlns:a="http://schemas.openxmlformats.org/drawingml/2006/main">
              <a:ext uri="{FF2B5EF4-FFF2-40B4-BE49-F238E27FC236}">
                <a16:creationId xmlns:a16="http://schemas.microsoft.com/office/drawing/2014/main" id="{C9381B79-C7D6-41EE-B0A5-3D438C99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381500"/>
            <a:ext cx="1485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A855F7">
                <a:alpha val="60000"/>
              </a:srgbClr>
            </a:solidFill>
            <a:prstDash val="solid"/>
          </a:ln>
        </p:spPr>
      </p:sp>
      <p:sp>
        <p:nvSpPr>
          <p:cNvPr id="135" name="premium-card-accent-AUG">
            <a:extLst xmlns:a="http://schemas.openxmlformats.org/drawingml/2006/main">
              <a:ext uri="{FF2B5EF4-FFF2-40B4-BE49-F238E27FC236}">
                <a16:creationId xmlns:a16="http://schemas.microsoft.com/office/drawing/2014/main" id="{23269310-718B-4D6D-B4F2-1B1F0314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381500"/>
            <a:ext cx="1485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6" name="premium-row-bg-AUG-1">
            <a:extLst xmlns:a="http://schemas.openxmlformats.org/drawingml/2006/main">
              <a:ext uri="{FF2B5EF4-FFF2-40B4-BE49-F238E27FC236}">
                <a16:creationId xmlns:a16="http://schemas.microsoft.com/office/drawing/2014/main" id="{A1434E25-B1E0-4DB2-8316-6BB6723E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0532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7" name="premium-row-dot-AUG-1">
            <a:extLst xmlns:a="http://schemas.openxmlformats.org/drawingml/2006/main">
              <a:ext uri="{FF2B5EF4-FFF2-40B4-BE49-F238E27FC236}">
                <a16:creationId xmlns:a16="http://schemas.microsoft.com/office/drawing/2014/main" id="{80751091-6A2F-420F-A3D5-0F34320F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5720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8" name="premium-row-text-AUG-1">
            <a:extLst xmlns:a="http://schemas.openxmlformats.org/drawingml/2006/main">
              <a:ext uri="{FF2B5EF4-FFF2-40B4-BE49-F238E27FC236}">
                <a16:creationId xmlns:a16="http://schemas.microsoft.com/office/drawing/2014/main" id="{D3AF0282-A193-4BAA-93A9-81BBC9B5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52437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Review queues</a:t>
            </a:r>
          </a:p>
        </p:txBody>
      </p:sp>
      <p:sp>
        <p:nvSpPr>
          <p:cNvPr id="139" name="premium-row-bg-AUG-2">
            <a:extLst xmlns:a="http://schemas.openxmlformats.org/drawingml/2006/main">
              <a:ext uri="{FF2B5EF4-FFF2-40B4-BE49-F238E27FC236}">
                <a16:creationId xmlns:a16="http://schemas.microsoft.com/office/drawing/2014/main" id="{D26FD30E-76AA-46EE-9FE0-432C9BA9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7434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0" name="premium-row-dot-AUG-2">
            <a:extLst xmlns:a="http://schemas.openxmlformats.org/drawingml/2006/main">
              <a:ext uri="{FF2B5EF4-FFF2-40B4-BE49-F238E27FC236}">
                <a16:creationId xmlns:a16="http://schemas.microsoft.com/office/drawing/2014/main" id="{DA57D9F7-9091-4AE6-A4ED-0317835C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101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1" name="premium-row-text-AUG-2">
            <a:extLst xmlns:a="http://schemas.openxmlformats.org/drawingml/2006/main">
              <a:ext uri="{FF2B5EF4-FFF2-40B4-BE49-F238E27FC236}">
                <a16:creationId xmlns:a16="http://schemas.microsoft.com/office/drawing/2014/main" id="{4714797E-691D-4D7A-83D7-AF63DA36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76250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Annotations</a:t>
            </a:r>
          </a:p>
        </p:txBody>
      </p:sp>
      <p:sp>
        <p:nvSpPr>
          <p:cNvPr id="142" name="premium-row-bg-AUG-3">
            <a:extLst xmlns:a="http://schemas.openxmlformats.org/drawingml/2006/main">
              <a:ext uri="{FF2B5EF4-FFF2-40B4-BE49-F238E27FC236}">
                <a16:creationId xmlns:a16="http://schemas.microsoft.com/office/drawing/2014/main" id="{DFA6B801-0B13-47D1-ABF8-BF60D39D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98157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3" name="premium-row-dot-AUG-3">
            <a:extLst xmlns:a="http://schemas.openxmlformats.org/drawingml/2006/main">
              <a:ext uri="{FF2B5EF4-FFF2-40B4-BE49-F238E27FC236}">
                <a16:creationId xmlns:a16="http://schemas.microsoft.com/office/drawing/2014/main" id="{2011F2D4-1313-4552-8743-532C084D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0482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4" name="premium-row-text-AUG-3">
            <a:extLst xmlns:a="http://schemas.openxmlformats.org/drawingml/2006/main">
              <a:ext uri="{FF2B5EF4-FFF2-40B4-BE49-F238E27FC236}">
                <a16:creationId xmlns:a16="http://schemas.microsoft.com/office/drawing/2014/main" id="{96C9B7CB-C6A4-43A7-94E1-D80F13B2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500062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Export changes</a:t>
            </a:r>
          </a:p>
        </p:txBody>
      </p:sp>
      <p:sp>
        <p:nvSpPr>
          <p:cNvPr id="145" name="premium-card-SEP">
            <a:extLst xmlns:a="http://schemas.openxmlformats.org/drawingml/2006/main">
              <a:ext uri="{FF2B5EF4-FFF2-40B4-BE49-F238E27FC236}">
                <a16:creationId xmlns:a16="http://schemas.microsoft.com/office/drawing/2014/main" id="{B3DE7B25-5385-4C17-B84C-0EC432AF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05100"/>
            <a:ext cx="1485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146" name="premium-card-accent-SEP">
            <a:extLst xmlns:a="http://schemas.openxmlformats.org/drawingml/2006/main">
              <a:ext uri="{FF2B5EF4-FFF2-40B4-BE49-F238E27FC236}">
                <a16:creationId xmlns:a16="http://schemas.microsoft.com/office/drawing/2014/main" id="{817E8D2E-76F0-4187-8DF9-0F83BC8D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05100"/>
            <a:ext cx="1485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7" name="premium-row-bg-SEP-1">
            <a:extLst xmlns:a="http://schemas.openxmlformats.org/drawingml/2006/main">
              <a:ext uri="{FF2B5EF4-FFF2-40B4-BE49-F238E27FC236}">
                <a16:creationId xmlns:a16="http://schemas.microsoft.com/office/drawing/2014/main" id="{6E98FFE2-25C6-4F30-926F-1B159019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2892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8" name="premium-row-dot-SEP-1">
            <a:extLst xmlns:a="http://schemas.openxmlformats.org/drawingml/2006/main">
              <a:ext uri="{FF2B5EF4-FFF2-40B4-BE49-F238E27FC236}">
                <a16:creationId xmlns:a16="http://schemas.microsoft.com/office/drawing/2014/main" id="{7967C345-4A06-4631-AB0E-3E87951F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956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" name="premium-row-text-SEP-1">
            <a:extLst xmlns:a="http://schemas.openxmlformats.org/drawingml/2006/main">
              <a:ext uri="{FF2B5EF4-FFF2-40B4-BE49-F238E27FC236}">
                <a16:creationId xmlns:a16="http://schemas.microsoft.com/office/drawing/2014/main" id="{EDFC21C9-6AF0-4D45-A7DF-78B413C0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84797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Projects</a:t>
            </a:r>
          </a:p>
        </p:txBody>
      </p:sp>
      <p:sp>
        <p:nvSpPr>
          <p:cNvPr id="150" name="premium-row-bg-SEP-2">
            <a:extLst xmlns:a="http://schemas.openxmlformats.org/drawingml/2006/main">
              <a:ext uri="{FF2B5EF4-FFF2-40B4-BE49-F238E27FC236}">
                <a16:creationId xmlns:a16="http://schemas.microsoft.com/office/drawing/2014/main" id="{15715281-795F-4182-9376-A6D82561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670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1" name="premium-row-dot-SEP-2">
            <a:extLst xmlns:a="http://schemas.openxmlformats.org/drawingml/2006/main">
              <a:ext uri="{FF2B5EF4-FFF2-40B4-BE49-F238E27FC236}">
                <a16:creationId xmlns:a16="http://schemas.microsoft.com/office/drawing/2014/main" id="{E590AADD-2A49-472B-95B3-F14B41B0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337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2" name="premium-row-text-SEP-2">
            <a:extLst xmlns:a="http://schemas.openxmlformats.org/drawingml/2006/main">
              <a:ext uri="{FF2B5EF4-FFF2-40B4-BE49-F238E27FC236}">
                <a16:creationId xmlns:a16="http://schemas.microsoft.com/office/drawing/2014/main" id="{FBAF3E44-1C70-4D67-BDB2-EB256A16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08610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RBAC</a:t>
            </a:r>
          </a:p>
        </p:txBody>
      </p:sp>
      <p:sp>
        <p:nvSpPr>
          <p:cNvPr id="153" name="premium-row-bg-SEP-3">
            <a:extLst xmlns:a="http://schemas.openxmlformats.org/drawingml/2006/main">
              <a:ext uri="{FF2B5EF4-FFF2-40B4-BE49-F238E27FC236}">
                <a16:creationId xmlns:a16="http://schemas.microsoft.com/office/drawing/2014/main" id="{F833BB90-3BA1-47F0-BC40-E0D61D73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0517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4" name="premium-row-dot-SEP-3">
            <a:extLst xmlns:a="http://schemas.openxmlformats.org/drawingml/2006/main">
              <a:ext uri="{FF2B5EF4-FFF2-40B4-BE49-F238E27FC236}">
                <a16:creationId xmlns:a16="http://schemas.microsoft.com/office/drawing/2014/main" id="{ADA08BF8-DB12-4342-A0EF-0F7D4AC2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71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5" name="premium-row-text-SEP-3">
            <a:extLst xmlns:a="http://schemas.openxmlformats.org/drawingml/2006/main">
              <a:ext uri="{FF2B5EF4-FFF2-40B4-BE49-F238E27FC236}">
                <a16:creationId xmlns:a16="http://schemas.microsoft.com/office/drawing/2014/main" id="{48CDF30E-F4A3-427B-8D6C-7929CF167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32422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Shared dashboards</a:t>
            </a:r>
          </a:p>
        </p:txBody>
      </p:sp>
      <p:sp>
        <p:nvSpPr>
          <p:cNvPr id="156" name="premium-card-OCT">
            <a:extLst xmlns:a="http://schemas.openxmlformats.org/drawingml/2006/main">
              <a:ext uri="{FF2B5EF4-FFF2-40B4-BE49-F238E27FC236}">
                <a16:creationId xmlns:a16="http://schemas.microsoft.com/office/drawing/2014/main" id="{BA100588-40F7-48FA-8DCD-006E142A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81500"/>
            <a:ext cx="1485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00D4AA">
                <a:alpha val="60000"/>
              </a:srgbClr>
            </a:solidFill>
            <a:prstDash val="solid"/>
          </a:ln>
        </p:spPr>
      </p:sp>
      <p:sp>
        <p:nvSpPr>
          <p:cNvPr id="157" name="premium-card-accent-OCT">
            <a:extLst xmlns:a="http://schemas.openxmlformats.org/drawingml/2006/main">
              <a:ext uri="{FF2B5EF4-FFF2-40B4-BE49-F238E27FC236}">
                <a16:creationId xmlns:a16="http://schemas.microsoft.com/office/drawing/2014/main" id="{2C375B0C-6EAC-4065-88C2-538DE0D9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81500"/>
            <a:ext cx="1485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8" name="premium-row-bg-OCT-1">
            <a:extLst xmlns:a="http://schemas.openxmlformats.org/drawingml/2006/main">
              <a:ext uri="{FF2B5EF4-FFF2-40B4-BE49-F238E27FC236}">
                <a16:creationId xmlns:a16="http://schemas.microsoft.com/office/drawing/2014/main" id="{E23F48F4-F035-450C-8708-5681AAAF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50532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9" name="premium-row-dot-OCT-1">
            <a:extLst xmlns:a="http://schemas.openxmlformats.org/drawingml/2006/main">
              <a:ext uri="{FF2B5EF4-FFF2-40B4-BE49-F238E27FC236}">
                <a16:creationId xmlns:a16="http://schemas.microsoft.com/office/drawing/2014/main" id="{4B443EE0-1752-49F2-9A13-2A41C549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720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0" name="premium-row-text-OCT-1">
            <a:extLst xmlns:a="http://schemas.openxmlformats.org/drawingml/2006/main">
              <a:ext uri="{FF2B5EF4-FFF2-40B4-BE49-F238E27FC236}">
                <a16:creationId xmlns:a16="http://schemas.microsoft.com/office/drawing/2014/main" id="{22A2DC82-941F-4325-B894-564BAB0A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52437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Langfuse import</a:t>
            </a:r>
          </a:p>
        </p:txBody>
      </p:sp>
      <p:sp>
        <p:nvSpPr>
          <p:cNvPr id="161" name="premium-row-bg-OCT-2">
            <a:extLst xmlns:a="http://schemas.openxmlformats.org/drawingml/2006/main">
              <a:ext uri="{FF2B5EF4-FFF2-40B4-BE49-F238E27FC236}">
                <a16:creationId xmlns:a16="http://schemas.microsoft.com/office/drawing/2014/main" id="{F5A26E6C-4ECE-4F3E-94C9-308960D1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7434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2" name="premium-row-dot-OCT-2">
            <a:extLst xmlns:a="http://schemas.openxmlformats.org/drawingml/2006/main">
              <a:ext uri="{FF2B5EF4-FFF2-40B4-BE49-F238E27FC236}">
                <a16:creationId xmlns:a16="http://schemas.microsoft.com/office/drawing/2014/main" id="{4658B674-F9ED-4822-9D48-65F5E3D6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101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3" name="premium-row-text-OCT-2">
            <a:extLst xmlns:a="http://schemas.openxmlformats.org/drawingml/2006/main">
              <a:ext uri="{FF2B5EF4-FFF2-40B4-BE49-F238E27FC236}">
                <a16:creationId xmlns:a16="http://schemas.microsoft.com/office/drawing/2014/main" id="{62295C4B-6E46-4DC7-A2C2-D59E575C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76250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Trace sync</a:t>
            </a:r>
          </a:p>
        </p:txBody>
      </p:sp>
      <p:sp>
        <p:nvSpPr>
          <p:cNvPr id="164" name="premium-row-bg-OCT-3">
            <a:extLst xmlns:a="http://schemas.openxmlformats.org/drawingml/2006/main">
              <a:ext uri="{FF2B5EF4-FFF2-40B4-BE49-F238E27FC236}">
                <a16:creationId xmlns:a16="http://schemas.microsoft.com/office/drawing/2014/main" id="{FC2B0DEA-2377-4627-BD41-48BCE2E3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98157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5" name="premium-row-dot-OCT-3">
            <a:extLst xmlns:a="http://schemas.openxmlformats.org/drawingml/2006/main">
              <a:ext uri="{FF2B5EF4-FFF2-40B4-BE49-F238E27FC236}">
                <a16:creationId xmlns:a16="http://schemas.microsoft.com/office/drawing/2014/main" id="{B2DFE073-3E0A-4CD5-8872-5A2F616F5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482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6" name="premium-row-text-OCT-3">
            <a:extLst xmlns:a="http://schemas.openxmlformats.org/drawingml/2006/main">
              <a:ext uri="{FF2B5EF4-FFF2-40B4-BE49-F238E27FC236}">
                <a16:creationId xmlns:a16="http://schemas.microsoft.com/office/drawing/2014/main" id="{5E2EF614-D434-45ED-A016-69429E21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00062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Context mapping</a:t>
            </a:r>
          </a:p>
        </p:txBody>
      </p:sp>
      <p:sp>
        <p:nvSpPr>
          <p:cNvPr id="167" name="premium-card-NOV">
            <a:extLst xmlns:a="http://schemas.openxmlformats.org/drawingml/2006/main">
              <a:ext uri="{FF2B5EF4-FFF2-40B4-BE49-F238E27FC236}">
                <a16:creationId xmlns:a16="http://schemas.microsoft.com/office/drawing/2014/main" id="{2F042748-1F98-4786-8474-FFA7EE01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05100"/>
            <a:ext cx="1485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10B981">
                <a:alpha val="60000"/>
              </a:srgbClr>
            </a:solidFill>
            <a:prstDash val="solid"/>
          </a:ln>
        </p:spPr>
      </p:sp>
      <p:sp>
        <p:nvSpPr>
          <p:cNvPr id="168" name="premium-card-accent-NOV">
            <a:extLst xmlns:a="http://schemas.openxmlformats.org/drawingml/2006/main">
              <a:ext uri="{FF2B5EF4-FFF2-40B4-BE49-F238E27FC236}">
                <a16:creationId xmlns:a16="http://schemas.microsoft.com/office/drawing/2014/main" id="{5DF304AD-4CA1-47D8-8FCC-A7CCE020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05100"/>
            <a:ext cx="1485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9" name="premium-row-bg-NOV-1">
            <a:extLst xmlns:a="http://schemas.openxmlformats.org/drawingml/2006/main">
              <a:ext uri="{FF2B5EF4-FFF2-40B4-BE49-F238E27FC236}">
                <a16:creationId xmlns:a16="http://schemas.microsoft.com/office/drawing/2014/main" id="{65830A0E-B276-47BC-9A96-929D171D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2892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0" name="premium-row-dot-NOV-1">
            <a:extLst xmlns:a="http://schemas.openxmlformats.org/drawingml/2006/main">
              <a:ext uri="{FF2B5EF4-FFF2-40B4-BE49-F238E27FC236}">
                <a16:creationId xmlns:a16="http://schemas.microsoft.com/office/drawing/2014/main" id="{5155195B-37B3-4A73-963D-4A54F58F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8956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1" name="premium-row-text-NOV-1">
            <a:extLst xmlns:a="http://schemas.openxmlformats.org/drawingml/2006/main">
              <a:ext uri="{FF2B5EF4-FFF2-40B4-BE49-F238E27FC236}">
                <a16:creationId xmlns:a16="http://schemas.microsoft.com/office/drawing/2014/main" id="{29766623-149E-42CB-AED7-86373657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84797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Config check</a:t>
            </a:r>
          </a:p>
        </p:txBody>
      </p:sp>
      <p:sp>
        <p:nvSpPr>
          <p:cNvPr id="172" name="premium-row-bg-NOV-2">
            <a:extLst xmlns:a="http://schemas.openxmlformats.org/drawingml/2006/main">
              <a:ext uri="{FF2B5EF4-FFF2-40B4-BE49-F238E27FC236}">
                <a16:creationId xmlns:a16="http://schemas.microsoft.com/office/drawing/2014/main" id="{13C845DA-81A8-4603-A99E-C3F2D96D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0670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3" name="premium-row-dot-NOV-2">
            <a:extLst xmlns:a="http://schemas.openxmlformats.org/drawingml/2006/main">
              <a:ext uri="{FF2B5EF4-FFF2-40B4-BE49-F238E27FC236}">
                <a16:creationId xmlns:a16="http://schemas.microsoft.com/office/drawing/2014/main" id="{FB240CFF-DFDE-4C75-8438-44043F77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1337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" name="premium-row-text-NOV-2">
            <a:extLst xmlns:a="http://schemas.openxmlformats.org/drawingml/2006/main">
              <a:ext uri="{FF2B5EF4-FFF2-40B4-BE49-F238E27FC236}">
                <a16:creationId xmlns:a16="http://schemas.microsoft.com/office/drawing/2014/main" id="{00186E3B-9C3D-4A20-84E6-1EE380DC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08610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JSON reports</a:t>
            </a:r>
          </a:p>
        </p:txBody>
      </p:sp>
      <p:sp>
        <p:nvSpPr>
          <p:cNvPr id="175" name="premium-row-bg-NOV-3">
            <a:extLst xmlns:a="http://schemas.openxmlformats.org/drawingml/2006/main">
              <a:ext uri="{FF2B5EF4-FFF2-40B4-BE49-F238E27FC236}">
                <a16:creationId xmlns:a16="http://schemas.microsoft.com/office/drawing/2014/main" id="{50ADC6E9-85C6-48D2-BBE6-369A33E7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30517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6" name="premium-row-dot-NOV-3">
            <a:extLst xmlns:a="http://schemas.openxmlformats.org/drawingml/2006/main">
              <a:ext uri="{FF2B5EF4-FFF2-40B4-BE49-F238E27FC236}">
                <a16:creationId xmlns:a16="http://schemas.microsoft.com/office/drawing/2014/main" id="{7EEDF6F3-D965-49CD-A18A-6C9409CB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371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7" name="premium-row-text-NOV-3">
            <a:extLst xmlns:a="http://schemas.openxmlformats.org/drawingml/2006/main">
              <a:ext uri="{FF2B5EF4-FFF2-40B4-BE49-F238E27FC236}">
                <a16:creationId xmlns:a16="http://schemas.microsoft.com/office/drawing/2014/main" id="{16FFE8EA-FD39-4416-98AF-EE095E23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32422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Retry flows</a:t>
            </a:r>
          </a:p>
        </p:txBody>
      </p:sp>
      <p:sp>
        <p:nvSpPr>
          <p:cNvPr id="178" name="premium-card-DEC">
            <a:extLst xmlns:a="http://schemas.openxmlformats.org/drawingml/2006/main">
              <a:ext uri="{FF2B5EF4-FFF2-40B4-BE49-F238E27FC236}">
                <a16:creationId xmlns:a16="http://schemas.microsoft.com/office/drawing/2014/main" id="{044D1327-F91B-4E51-9224-3CE44B99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381500"/>
            <a:ext cx="1428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179" name="premium-card-accent-DEC">
            <a:extLst xmlns:a="http://schemas.openxmlformats.org/drawingml/2006/main">
              <a:ext uri="{FF2B5EF4-FFF2-40B4-BE49-F238E27FC236}">
                <a16:creationId xmlns:a16="http://schemas.microsoft.com/office/drawing/2014/main" id="{75CF9E9F-EF9B-4E33-9D60-853A684E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3815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0" name="premium-row-bg-DEC-1">
            <a:extLst xmlns:a="http://schemas.openxmlformats.org/drawingml/2006/main">
              <a:ext uri="{FF2B5EF4-FFF2-40B4-BE49-F238E27FC236}">
                <a16:creationId xmlns:a16="http://schemas.microsoft.com/office/drawing/2014/main" id="{8AC18C1B-A047-4D7D-8362-DC357628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505325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1" name="premium-row-dot-DEC-1">
            <a:extLst xmlns:a="http://schemas.openxmlformats.org/drawingml/2006/main">
              <a:ext uri="{FF2B5EF4-FFF2-40B4-BE49-F238E27FC236}">
                <a16:creationId xmlns:a16="http://schemas.microsoft.com/office/drawing/2014/main" id="{6AE14149-32F8-4AC3-8402-9C286CCD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5720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2" name="premium-row-text-DEC-1">
            <a:extLst xmlns:a="http://schemas.openxmlformats.org/drawingml/2006/main">
              <a:ext uri="{FF2B5EF4-FFF2-40B4-BE49-F238E27FC236}">
                <a16:creationId xmlns:a16="http://schemas.microsoft.com/office/drawing/2014/main" id="{785BAACC-DBD3-45ED-BCFE-D242E81D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4524375"/>
            <a:ext cx="990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Org admin</a:t>
            </a:r>
          </a:p>
        </p:txBody>
      </p:sp>
      <p:sp>
        <p:nvSpPr>
          <p:cNvPr id="183" name="premium-row-bg-DEC-2">
            <a:extLst xmlns:a="http://schemas.openxmlformats.org/drawingml/2006/main">
              <a:ext uri="{FF2B5EF4-FFF2-40B4-BE49-F238E27FC236}">
                <a16:creationId xmlns:a16="http://schemas.microsoft.com/office/drawing/2014/main" id="{A44DBE95-7039-4B50-A7F1-7B1DDB4B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74345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4" name="premium-row-dot-DEC-2">
            <a:extLst xmlns:a="http://schemas.openxmlformats.org/drawingml/2006/main">
              <a:ext uri="{FF2B5EF4-FFF2-40B4-BE49-F238E27FC236}">
                <a16:creationId xmlns:a16="http://schemas.microsoft.com/office/drawing/2014/main" id="{3457E392-E22D-49CE-9600-62AF1ED3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8101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5" name="premium-row-text-DEC-2">
            <a:extLst xmlns:a="http://schemas.openxmlformats.org/drawingml/2006/main">
              <a:ext uri="{FF2B5EF4-FFF2-40B4-BE49-F238E27FC236}">
                <a16:creationId xmlns:a16="http://schemas.microsoft.com/office/drawing/2014/main" id="{508D1951-7D29-48AD-9F73-118AFB1E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4762500"/>
            <a:ext cx="990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186" name="premium-row-bg-DEC-3">
            <a:extLst xmlns:a="http://schemas.openxmlformats.org/drawingml/2006/main">
              <a:ext uri="{FF2B5EF4-FFF2-40B4-BE49-F238E27FC236}">
                <a16:creationId xmlns:a16="http://schemas.microsoft.com/office/drawing/2014/main" id="{5233DACE-080A-4522-BF66-B21505F1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981575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7" name="premium-row-dot-DEC-3">
            <a:extLst xmlns:a="http://schemas.openxmlformats.org/drawingml/2006/main">
              <a:ext uri="{FF2B5EF4-FFF2-40B4-BE49-F238E27FC236}">
                <a16:creationId xmlns:a16="http://schemas.microsoft.com/office/drawing/2014/main" id="{A05A13E2-8105-4B1A-B311-4BACA826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50482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8" name="premium-row-text-DEC-3">
            <a:extLst xmlns:a="http://schemas.openxmlformats.org/drawingml/2006/main">
              <a:ext uri="{FF2B5EF4-FFF2-40B4-BE49-F238E27FC236}">
                <a16:creationId xmlns:a16="http://schemas.microsoft.com/office/drawing/2014/main" id="{360E9CD8-DAA9-4675-8E6A-607C84AE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5000625"/>
            <a:ext cx="990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Rollout</a:t>
            </a:r>
          </a:p>
        </p:txBody>
      </p:sp>
    </p:spTree>
    <p:extLst>
      <p:ext uri="{BB962C8B-B14F-4D97-AF65-F5344CB8AC3E}">
        <p14:creationId xmlns:p14="http://schemas.microsoft.com/office/powerpoint/2010/main" val="7759879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2026-06-04T08:35:53.9230000Z</dcterms:created>
  <dcterms:modified xsi:type="dcterms:W3CDTF">2026-06-04T08:35:53.9230000Z</dcterms:modified>
</coreProperties>
</file>