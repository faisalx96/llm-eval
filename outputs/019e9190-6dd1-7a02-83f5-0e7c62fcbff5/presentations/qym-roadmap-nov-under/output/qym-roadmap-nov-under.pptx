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04"/>
  </p:normalViewPr>
  <p:slideViewPr>
    <p:cSldViewPr snapToGrid="0">
      <p:cViewPr>
        <p:scale>
          <a:sx n="110" d="100"/>
          <a:sy n="110" d="100"/>
        </p:scale>
        <p:origin x="64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ackground">
            <a:extLst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full-slide-surface">
            <a:extLst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noGrp="1"/>
          </p:cNvSpPr>
          <p:nvPr/>
        </p:nvSpPr>
        <p:spPr>
          <a:xfrm>
            <a:off x="38100" y="295275"/>
            <a:ext cx="12192000" cy="6562725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>
              <a:buNone/>
            </a:pPr>
            <a:endParaRPr/>
          </a:p>
        </p:txBody>
      </p:sp>
      <p:sp>
        <p:nvSpPr>
          <p:cNvPr id="3" name="top-accent-rule">
            <a:extLst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ttom-rule">
            <a:extLst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noGrp="1"/>
          </p:cNvSpPr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0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343057"/>
            <a:ext cx="400050" cy="399736"/>
          </a:xfrm>
          <a:prstGeom prst="rect">
            <a:avLst/>
          </a:prstGeom>
        </p:spPr>
      </p:pic>
      <p:pic>
        <p:nvPicPr>
          <p:cNvPr id="81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1828" y="304800"/>
            <a:ext cx="778595" cy="495300"/>
          </a:xfrm>
          <a:prstGeom prst="rect">
            <a:avLst/>
          </a:prstGeom>
        </p:spPr>
      </p:pic>
      <p:sp>
        <p:nvSpPr>
          <p:cNvPr id="8" name="kicker-label">
            <a:extLst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noGrp="1"/>
          </p:cNvSpPr>
          <p:nvPr/>
        </p:nvSpPr>
        <p:spPr>
          <a:xfrm>
            <a:off x="514350" y="933293"/>
            <a:ext cx="7123484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 dirty="0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PRODUCT ROADMAP</a:t>
            </a:r>
          </a:p>
        </p:txBody>
      </p:sp>
      <p:sp>
        <p:nvSpPr>
          <p:cNvPr id="9" name="claim-title">
            <a:extLst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90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 defTabSz="914400" rtl="0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  <a:endParaRPr/>
          </a:p>
        </p:txBody>
      </p:sp>
      <p:sp>
        <p:nvSpPr>
          <p:cNvPr id="15" name="swimlane-base">
            <a:extLst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1087100" cy="28575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wimlane-accent">
            <a:extLst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1087100" cy="28575"/>
          </a:xfrm>
          <a:prstGeom prst="rect">
            <a:avLst/>
          </a:prstGeom>
          <a:solidFill>
            <a:srgbClr val="00D4AA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connector-MAY">
            <a:extLst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14288" cy="361950"/>
          </a:xfrm>
          <a:prstGeom prst="rect">
            <a:avLst/>
          </a:prstGeom>
          <a:solidFill>
            <a:srgbClr val="00D4AA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ot-MAY">
            <a:extLst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noGrp="1"/>
          </p:cNvSpPr>
          <p:nvPr/>
        </p:nvSpPr>
        <p:spPr>
          <a:xfrm>
            <a:off x="466725" y="3895725"/>
            <a:ext cx="171450" cy="171450"/>
          </a:xfrm>
          <a:prstGeom prst="ellipse">
            <a:avLst/>
          </a:prstGeom>
          <a:solidFill>
            <a:srgbClr val="00D4AA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month-MAY">
            <a:extLst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noGrp="1"/>
          </p:cNvSpPr>
          <p:nvPr/>
        </p:nvSpPr>
        <p:spPr>
          <a:xfrm>
            <a:off x="285750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20" name="milestone-card-MAY">
            <a:extLst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milestone-accent-MAY">
            <a:extLst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itle-MAY">
            <a:extLst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noGrp="1"/>
          </p:cNvSpPr>
          <p:nvPr/>
        </p:nvSpPr>
        <p:spPr>
          <a:xfrm>
            <a:off x="514350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3" name="detail-MAY">
            <a:extLst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noGrp="1"/>
          </p:cNvSpPr>
          <p:nvPr/>
        </p:nvSpPr>
        <p:spPr>
          <a:xfrm>
            <a:off x="514350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4" name="connector-JUN">
            <a:extLst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noGrp="1"/>
          </p:cNvSpPr>
          <p:nvPr/>
        </p:nvSpPr>
        <p:spPr>
          <a:xfrm>
            <a:off x="2136321" y="3981450"/>
            <a:ext cx="14288" cy="457200"/>
          </a:xfrm>
          <a:prstGeom prst="rect">
            <a:avLst/>
          </a:prstGeom>
          <a:solidFill>
            <a:srgbClr val="00A8FF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ot-JUN">
            <a:extLst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noGrp="1"/>
          </p:cNvSpPr>
          <p:nvPr/>
        </p:nvSpPr>
        <p:spPr>
          <a:xfrm>
            <a:off x="2050596" y="3895725"/>
            <a:ext cx="171450" cy="171450"/>
          </a:xfrm>
          <a:prstGeom prst="ellipse">
            <a:avLst/>
          </a:prstGeom>
          <a:solidFill>
            <a:srgbClr val="00A8FF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month-JUN">
            <a:extLst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noGrp="1"/>
          </p:cNvSpPr>
          <p:nvPr/>
        </p:nvSpPr>
        <p:spPr>
          <a:xfrm>
            <a:off x="1869621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27" name="milestone-card-JUN">
            <a:extLst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milestone-accent-JUN">
            <a:extLst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itle-JUN">
            <a:extLst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noGrp="1"/>
          </p:cNvSpPr>
          <p:nvPr/>
        </p:nvSpPr>
        <p:spPr>
          <a:xfrm>
            <a:off x="1612446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0" name="detail-JUN">
            <a:extLst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noGrp="1"/>
          </p:cNvSpPr>
          <p:nvPr/>
        </p:nvSpPr>
        <p:spPr>
          <a:xfrm>
            <a:off x="1612446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1" name="connector-JUL">
            <a:extLst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noGrp="1"/>
          </p:cNvSpPr>
          <p:nvPr/>
        </p:nvSpPr>
        <p:spPr>
          <a:xfrm>
            <a:off x="3720193" y="3619500"/>
            <a:ext cx="14288" cy="361950"/>
          </a:xfrm>
          <a:prstGeom prst="rect">
            <a:avLst/>
          </a:prstGeom>
          <a:solidFill>
            <a:srgbClr val="00A8FF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ot-JUL">
            <a:extLst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noGrp="1"/>
          </p:cNvSpPr>
          <p:nvPr/>
        </p:nvSpPr>
        <p:spPr>
          <a:xfrm>
            <a:off x="3634468" y="3895725"/>
            <a:ext cx="171450" cy="171450"/>
          </a:xfrm>
          <a:prstGeom prst="ellipse">
            <a:avLst/>
          </a:prstGeom>
          <a:solidFill>
            <a:srgbClr val="00A8FF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month-JUL">
            <a:extLst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noGrp="1"/>
          </p:cNvSpPr>
          <p:nvPr/>
        </p:nvSpPr>
        <p:spPr>
          <a:xfrm>
            <a:off x="3453493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34" name="milestone-card-JUL">
            <a:extLst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milestone-accent-JUL">
            <a:extLst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itle-JUL">
            <a:extLst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noGrp="1"/>
          </p:cNvSpPr>
          <p:nvPr/>
        </p:nvSpPr>
        <p:spPr>
          <a:xfrm>
            <a:off x="3196318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7" name="detail-JUL">
            <a:extLst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noGrp="1"/>
          </p:cNvSpPr>
          <p:nvPr/>
        </p:nvSpPr>
        <p:spPr>
          <a:xfrm>
            <a:off x="3196318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8" name="connector-AUG">
            <a:extLst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noGrp="1"/>
          </p:cNvSpPr>
          <p:nvPr/>
        </p:nvSpPr>
        <p:spPr>
          <a:xfrm>
            <a:off x="5304064" y="3981450"/>
            <a:ext cx="14288" cy="457200"/>
          </a:xfrm>
          <a:prstGeom prst="rect">
            <a:avLst/>
          </a:prstGeom>
          <a:solidFill>
            <a:srgbClr val="A855F7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dot-AUG">
            <a:extLst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noGrp="1"/>
          </p:cNvSpPr>
          <p:nvPr/>
        </p:nvSpPr>
        <p:spPr>
          <a:xfrm>
            <a:off x="5218339" y="3895725"/>
            <a:ext cx="171450" cy="171450"/>
          </a:xfrm>
          <a:prstGeom prst="ellipse">
            <a:avLst/>
          </a:prstGeom>
          <a:solidFill>
            <a:srgbClr val="A855F7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month-AUG">
            <a:extLst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noGrp="1"/>
          </p:cNvSpPr>
          <p:nvPr/>
        </p:nvSpPr>
        <p:spPr>
          <a:xfrm>
            <a:off x="5037364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41" name="milestone-card-AUG">
            <a:extLst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milestone-accent-AUG">
            <a:extLst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itle-AUG">
            <a:extLst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noGrp="1"/>
          </p:cNvSpPr>
          <p:nvPr/>
        </p:nvSpPr>
        <p:spPr>
          <a:xfrm>
            <a:off x="4780189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4" name="detail-AUG">
            <a:extLst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noGrp="1"/>
          </p:cNvSpPr>
          <p:nvPr/>
        </p:nvSpPr>
        <p:spPr>
          <a:xfrm>
            <a:off x="4780189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5" name="connector-SEP">
            <a:extLst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noGrp="1"/>
          </p:cNvSpPr>
          <p:nvPr/>
        </p:nvSpPr>
        <p:spPr>
          <a:xfrm>
            <a:off x="6887936" y="3619500"/>
            <a:ext cx="14288" cy="361950"/>
          </a:xfrm>
          <a:prstGeom prst="rect">
            <a:avLst/>
          </a:prstGeom>
          <a:solidFill>
            <a:srgbClr val="F59E0B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dot-SEP">
            <a:extLst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noGrp="1"/>
          </p:cNvSpPr>
          <p:nvPr/>
        </p:nvSpPr>
        <p:spPr>
          <a:xfrm>
            <a:off x="6802211" y="3895725"/>
            <a:ext cx="171450" cy="17145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month-SEP">
            <a:extLst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noGrp="1"/>
          </p:cNvSpPr>
          <p:nvPr/>
        </p:nvSpPr>
        <p:spPr>
          <a:xfrm>
            <a:off x="6621236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48" name="milestone-card-SEP">
            <a:extLst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milestone-accent-SEP">
            <a:extLst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itle-SEP">
            <a:extLst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noGrp="1"/>
          </p:cNvSpPr>
          <p:nvPr/>
        </p:nvSpPr>
        <p:spPr>
          <a:xfrm>
            <a:off x="6364061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1" name="detail-SEP">
            <a:extLst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noGrp="1"/>
          </p:cNvSpPr>
          <p:nvPr/>
        </p:nvSpPr>
        <p:spPr>
          <a:xfrm>
            <a:off x="6364061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2" name="connector-OCT">
            <a:extLst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noGrp="1"/>
          </p:cNvSpPr>
          <p:nvPr/>
        </p:nvSpPr>
        <p:spPr>
          <a:xfrm>
            <a:off x="8471807" y="3981450"/>
            <a:ext cx="14288" cy="457200"/>
          </a:xfrm>
          <a:prstGeom prst="rect">
            <a:avLst/>
          </a:prstGeom>
          <a:solidFill>
            <a:srgbClr val="00D4AA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dot-OCT">
            <a:extLst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noGrp="1"/>
          </p:cNvSpPr>
          <p:nvPr/>
        </p:nvSpPr>
        <p:spPr>
          <a:xfrm>
            <a:off x="8386082" y="3895725"/>
            <a:ext cx="171450" cy="171450"/>
          </a:xfrm>
          <a:prstGeom prst="ellipse">
            <a:avLst/>
          </a:prstGeom>
          <a:solidFill>
            <a:srgbClr val="00D4AA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month-OCT">
            <a:extLst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noGrp="1"/>
          </p:cNvSpPr>
          <p:nvPr/>
        </p:nvSpPr>
        <p:spPr>
          <a:xfrm>
            <a:off x="8205107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55" name="milestone-card-OCT">
            <a:extLst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milestone-accent-OCT">
            <a:extLst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itle-OCT">
            <a:extLst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noGrp="1"/>
          </p:cNvSpPr>
          <p:nvPr/>
        </p:nvSpPr>
        <p:spPr>
          <a:xfrm>
            <a:off x="7947932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8" name="detail-OCT">
            <a:extLst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noGrp="1"/>
          </p:cNvSpPr>
          <p:nvPr/>
        </p:nvSpPr>
        <p:spPr>
          <a:xfrm>
            <a:off x="7947932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9" name="connector-NOV">
            <a:extLst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noGrp="1"/>
          </p:cNvSpPr>
          <p:nvPr/>
        </p:nvSpPr>
        <p:spPr>
          <a:xfrm>
            <a:off x="10055679" y="3619500"/>
            <a:ext cx="14288" cy="361950"/>
          </a:xfrm>
          <a:prstGeom prst="rect">
            <a:avLst/>
          </a:prstGeom>
          <a:solidFill>
            <a:srgbClr val="10B981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dot-NOV">
            <a:extLst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noGrp="1"/>
          </p:cNvSpPr>
          <p:nvPr/>
        </p:nvSpPr>
        <p:spPr>
          <a:xfrm>
            <a:off x="9969954" y="3895725"/>
            <a:ext cx="171450" cy="17145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month-NOV">
            <a:extLst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noGrp="1"/>
          </p:cNvSpPr>
          <p:nvPr/>
        </p:nvSpPr>
        <p:spPr>
          <a:xfrm>
            <a:off x="9788979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62" name="milestone-card-NOV">
            <a:extLst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milestone-accent-NOV">
            <a:extLst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itle-NOV">
            <a:extLst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noGrp="1"/>
          </p:cNvSpPr>
          <p:nvPr/>
        </p:nvSpPr>
        <p:spPr>
          <a:xfrm>
            <a:off x="9531804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65" name="detail-NOV">
            <a:extLst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noGrp="1"/>
          </p:cNvSpPr>
          <p:nvPr/>
        </p:nvSpPr>
        <p:spPr>
          <a:xfrm>
            <a:off x="9531804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66" name="connector-DEC">
            <a:extLst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noGrp="1"/>
          </p:cNvSpPr>
          <p:nvPr/>
        </p:nvSpPr>
        <p:spPr>
          <a:xfrm>
            <a:off x="11639550" y="3981450"/>
            <a:ext cx="14288" cy="457200"/>
          </a:xfrm>
          <a:prstGeom prst="rect">
            <a:avLst/>
          </a:prstGeom>
          <a:solidFill>
            <a:srgbClr val="F59E0B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dot-DEC">
            <a:extLst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noGrp="1"/>
          </p:cNvSpPr>
          <p:nvPr/>
        </p:nvSpPr>
        <p:spPr>
          <a:xfrm>
            <a:off x="11553825" y="3895725"/>
            <a:ext cx="171450" cy="17145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month-DEC">
            <a:extLst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noGrp="1"/>
          </p:cNvSpPr>
          <p:nvPr/>
        </p:nvSpPr>
        <p:spPr>
          <a:xfrm>
            <a:off x="11372850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69" name="milestone-card-DEC">
            <a:extLst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milestone-accent-DEC">
            <a:extLst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itle-DEC">
            <a:extLst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noGrp="1"/>
          </p:cNvSpPr>
          <p:nvPr/>
        </p:nvSpPr>
        <p:spPr>
          <a:xfrm>
            <a:off x="10629900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72" name="detail-DEC">
            <a:extLst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noGrp="1"/>
          </p:cNvSpPr>
          <p:nvPr/>
        </p:nvSpPr>
        <p:spPr>
          <a:xfrm>
            <a:off x="10629900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75" name="page-marker">
            <a:extLst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noGrp="1"/>
          </p:cNvSpPr>
          <p:nvPr/>
        </p:nvSpPr>
        <p:spPr>
          <a:xfrm>
            <a:off x="400050" y="3829050"/>
            <a:ext cx="323850" cy="323850"/>
          </a:xfrm>
          <a:prstGeom prst="ellipse">
            <a:avLst/>
          </a:prstGeom>
          <a:solidFill>
            <a:srgbClr val="00D4AA"/>
          </a:solidFill>
          <a:ln w="28575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may-complete-check">
            <a:extLst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noGrp="1"/>
          </p:cNvSpPr>
          <p:nvPr/>
        </p:nvSpPr>
        <p:spPr>
          <a:xfrm>
            <a:off x="404812" y="3893124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 dirty="0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noGrp="1"/>
          </p:cNvSpPr>
          <p:nvPr/>
        </p:nvSpPr>
        <p:spPr>
          <a:xfrm>
            <a:off x="323850" y="42386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4" name="month-pill-MAY">
            <a:extLst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noGrp="1"/>
          </p:cNvSpPr>
          <p:nvPr/>
        </p:nvSpPr>
        <p:spPr>
          <a:xfrm>
            <a:off x="323850" y="42386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noGrp="1"/>
          </p:cNvSpPr>
          <p:nvPr/>
        </p:nvSpPr>
        <p:spPr>
          <a:xfrm>
            <a:off x="1907762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6" name="month-pill-JUN">
            <a:extLst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noGrp="1"/>
          </p:cNvSpPr>
          <p:nvPr/>
        </p:nvSpPr>
        <p:spPr>
          <a:xfrm>
            <a:off x="1907762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noGrp="1"/>
          </p:cNvSpPr>
          <p:nvPr/>
        </p:nvSpPr>
        <p:spPr>
          <a:xfrm>
            <a:off x="3491579" y="41624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8" name="month-pill-JUL">
            <a:extLst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noGrp="1"/>
          </p:cNvSpPr>
          <p:nvPr/>
        </p:nvSpPr>
        <p:spPr>
          <a:xfrm>
            <a:off x="3491579" y="41624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noGrp="1"/>
          </p:cNvSpPr>
          <p:nvPr/>
        </p:nvSpPr>
        <p:spPr>
          <a:xfrm>
            <a:off x="5075492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0" name="month-pill-AUG">
            <a:extLst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noGrp="1"/>
          </p:cNvSpPr>
          <p:nvPr/>
        </p:nvSpPr>
        <p:spPr>
          <a:xfrm>
            <a:off x="5075492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noGrp="1"/>
          </p:cNvSpPr>
          <p:nvPr/>
        </p:nvSpPr>
        <p:spPr>
          <a:xfrm>
            <a:off x="6659309" y="41624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2" name="month-pill-SEP">
            <a:extLst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noGrp="1"/>
          </p:cNvSpPr>
          <p:nvPr/>
        </p:nvSpPr>
        <p:spPr>
          <a:xfrm>
            <a:off x="6659309" y="41624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noGrp="1"/>
          </p:cNvSpPr>
          <p:nvPr/>
        </p:nvSpPr>
        <p:spPr>
          <a:xfrm>
            <a:off x="8243221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4" name="month-pill-OCT">
            <a:extLst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noGrp="1"/>
          </p:cNvSpPr>
          <p:nvPr/>
        </p:nvSpPr>
        <p:spPr>
          <a:xfrm>
            <a:off x="8243221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noGrp="1"/>
          </p:cNvSpPr>
          <p:nvPr/>
        </p:nvSpPr>
        <p:spPr>
          <a:xfrm>
            <a:off x="9827038" y="41624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6" name="month-pill-NOV">
            <a:extLst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noGrp="1"/>
          </p:cNvSpPr>
          <p:nvPr/>
        </p:nvSpPr>
        <p:spPr>
          <a:xfrm>
            <a:off x="9827038" y="41624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noGrp="1"/>
          </p:cNvSpPr>
          <p:nvPr/>
        </p:nvSpPr>
        <p:spPr>
          <a:xfrm>
            <a:off x="11410950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8" name="month-pill-DEC">
            <a:extLst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noGrp="1"/>
          </p:cNvSpPr>
          <p:nvPr/>
        </p:nvSpPr>
        <p:spPr>
          <a:xfrm>
            <a:off x="11410950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101" name="premium-card-MAY">
            <a:extLst>
              <a:ext uri="{FF2B5EF4-FFF2-40B4-BE49-F238E27FC236}">
                <a16:creationId xmlns:a16="http://schemas.microsoft.com/office/drawing/2014/main" id="{DAEEACDE-027D-4A18-B433-F2FCC6B7343F}"/>
              </a:ext>
            </a:extLst>
          </p:cNvPr>
          <p:cNvSpPr>
            <a:spLocks noGrp="1"/>
          </p:cNvSpPr>
          <p:nvPr/>
        </p:nvSpPr>
        <p:spPr>
          <a:xfrm>
            <a:off x="36195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02" name="premium-card-accent-MAY">
            <a:extLst>
              <a:ext uri="{FF2B5EF4-FFF2-40B4-BE49-F238E27FC236}">
                <a16:creationId xmlns:a16="http://schemas.microsoft.com/office/drawing/2014/main" id="{B358CEB5-D0A6-4275-86D9-680390AD6F52}"/>
              </a:ext>
            </a:extLst>
          </p:cNvPr>
          <p:cNvSpPr>
            <a:spLocks noGrp="1"/>
          </p:cNvSpPr>
          <p:nvPr/>
        </p:nvSpPr>
        <p:spPr>
          <a:xfrm>
            <a:off x="361950" y="2705100"/>
            <a:ext cx="14859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3" name="premium-row-bg-MAY-1">
            <a:extLst>
              <a:ext uri="{FF2B5EF4-FFF2-40B4-BE49-F238E27FC236}">
                <a16:creationId xmlns:a16="http://schemas.microsoft.com/office/drawing/2014/main" id="{FC7BFB20-D640-4A90-86E9-DEAF68F34BCE}"/>
              </a:ext>
            </a:extLst>
          </p:cNvPr>
          <p:cNvSpPr>
            <a:spLocks noGrp="1"/>
          </p:cNvSpPr>
          <p:nvPr/>
        </p:nvSpPr>
        <p:spPr>
          <a:xfrm>
            <a:off x="47625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4" name="premium-row-dot-MAY-1">
            <a:extLst>
              <a:ext uri="{FF2B5EF4-FFF2-40B4-BE49-F238E27FC236}">
                <a16:creationId xmlns:a16="http://schemas.microsoft.com/office/drawing/2014/main" id="{08EAAF77-27F0-48E2-AF91-6A1B371B24C7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5" name="premium-row-text-MAY-1">
            <a:extLst>
              <a:ext uri="{FF2B5EF4-FFF2-40B4-BE49-F238E27FC236}">
                <a16:creationId xmlns:a16="http://schemas.microsoft.com/office/drawing/2014/main" id="{A5D3D2DD-816F-44BF-97D1-CC897C987E06}"/>
              </a:ext>
            </a:extLst>
          </p:cNvPr>
          <p:cNvSpPr>
            <a:spLocks noGrp="1"/>
          </p:cNvSpPr>
          <p:nvPr/>
        </p:nvSpPr>
        <p:spPr>
          <a:xfrm>
            <a:off x="67627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WAN Beta Deployment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6" name="premium-row-bg-MAY-2">
            <a:extLst>
              <a:ext uri="{FF2B5EF4-FFF2-40B4-BE49-F238E27FC236}">
                <a16:creationId xmlns:a16="http://schemas.microsoft.com/office/drawing/2014/main" id="{EF035A8F-6C9F-4AED-BEED-E021BAF2F9D7}"/>
              </a:ext>
            </a:extLst>
          </p:cNvPr>
          <p:cNvSpPr>
            <a:spLocks noGrp="1"/>
          </p:cNvSpPr>
          <p:nvPr/>
        </p:nvSpPr>
        <p:spPr>
          <a:xfrm>
            <a:off x="47625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7" name="premium-row-dot-MAY-2">
            <a:extLst>
              <a:ext uri="{FF2B5EF4-FFF2-40B4-BE49-F238E27FC236}">
                <a16:creationId xmlns:a16="http://schemas.microsoft.com/office/drawing/2014/main" id="{C4A11BB0-337F-4D0B-B167-5CCEB2A5DC45}"/>
              </a:ext>
            </a:extLst>
          </p:cNvPr>
          <p:cNvSpPr>
            <a:spLocks noGrp="1"/>
          </p:cNvSpPr>
          <p:nvPr/>
        </p:nvSpPr>
        <p:spPr>
          <a:xfrm>
            <a:off x="552450" y="3133725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8" name="premium-row-text-MAY-2">
            <a:extLst>
              <a:ext uri="{FF2B5EF4-FFF2-40B4-BE49-F238E27FC236}">
                <a16:creationId xmlns:a16="http://schemas.microsoft.com/office/drawing/2014/main" id="{EB50F232-F2E0-47A0-A97A-FC6DE9FB4C12}"/>
              </a:ext>
            </a:extLst>
          </p:cNvPr>
          <p:cNvSpPr>
            <a:spLocks noGrp="1"/>
          </p:cNvSpPr>
          <p:nvPr/>
        </p:nvSpPr>
        <p:spPr>
          <a:xfrm>
            <a:off x="67627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CMS Integration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9" name="premium-row-bg-MAY-3">
            <a:extLst>
              <a:ext uri="{FF2B5EF4-FFF2-40B4-BE49-F238E27FC236}">
                <a16:creationId xmlns:a16="http://schemas.microsoft.com/office/drawing/2014/main" id="{7343C8FB-75B9-40D1-8568-6CFB4FB451C1}"/>
              </a:ext>
            </a:extLst>
          </p:cNvPr>
          <p:cNvSpPr>
            <a:spLocks noGrp="1"/>
          </p:cNvSpPr>
          <p:nvPr/>
        </p:nvSpPr>
        <p:spPr>
          <a:xfrm>
            <a:off x="47625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 dirty="0"/>
          </a:p>
        </p:txBody>
      </p:sp>
      <p:sp>
        <p:nvSpPr>
          <p:cNvPr id="110" name="premium-row-dot-MAY-3">
            <a:extLst>
              <a:ext uri="{FF2B5EF4-FFF2-40B4-BE49-F238E27FC236}">
                <a16:creationId xmlns:a16="http://schemas.microsoft.com/office/drawing/2014/main" id="{C5F65667-496A-4FA1-935D-87AEB954A6C7}"/>
              </a:ext>
            </a:extLst>
          </p:cNvPr>
          <p:cNvSpPr>
            <a:spLocks noGrp="1"/>
          </p:cNvSpPr>
          <p:nvPr/>
        </p:nvSpPr>
        <p:spPr>
          <a:xfrm>
            <a:off x="552450" y="337185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11" name="premium-row-text-MAY-3">
            <a:extLst>
              <a:ext uri="{FF2B5EF4-FFF2-40B4-BE49-F238E27FC236}">
                <a16:creationId xmlns:a16="http://schemas.microsoft.com/office/drawing/2014/main" id="{9F8D3434-B0F6-41FC-AC97-18690EE55947}"/>
              </a:ext>
            </a:extLst>
          </p:cNvPr>
          <p:cNvSpPr>
            <a:spLocks noGrp="1"/>
          </p:cNvSpPr>
          <p:nvPr/>
        </p:nvSpPr>
        <p:spPr>
          <a:xfrm>
            <a:off x="67627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Compare Cohort View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2" name="premium-card-JUN">
            <a:extLst>
              <a:ext uri="{FF2B5EF4-FFF2-40B4-BE49-F238E27FC236}">
                <a16:creationId xmlns:a16="http://schemas.microsoft.com/office/drawing/2014/main" id="{DF925371-E1A7-478B-95AA-F1EC6C7A90DB}"/>
              </a:ext>
            </a:extLst>
          </p:cNvPr>
          <p:cNvSpPr>
            <a:spLocks noGrp="1"/>
          </p:cNvSpPr>
          <p:nvPr/>
        </p:nvSpPr>
        <p:spPr>
          <a:xfrm>
            <a:off x="1390650" y="43815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13" name="premium-card-accent-JUN">
            <a:extLst>
              <a:ext uri="{FF2B5EF4-FFF2-40B4-BE49-F238E27FC236}">
                <a16:creationId xmlns:a16="http://schemas.microsoft.com/office/drawing/2014/main" id="{0D77AA30-EB19-4172-B54E-A2BD53C35C4B}"/>
              </a:ext>
            </a:extLst>
          </p:cNvPr>
          <p:cNvSpPr>
            <a:spLocks noGrp="1"/>
          </p:cNvSpPr>
          <p:nvPr/>
        </p:nvSpPr>
        <p:spPr>
          <a:xfrm>
            <a:off x="1390650" y="4381500"/>
            <a:ext cx="1485900" cy="38100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4" name="premium-row-bg-JUN-1">
            <a:extLst>
              <a:ext uri="{FF2B5EF4-FFF2-40B4-BE49-F238E27FC236}">
                <a16:creationId xmlns:a16="http://schemas.microsoft.com/office/drawing/2014/main" id="{345CB6F9-7B5B-4A71-9E2B-B18502590E0A}"/>
              </a:ext>
            </a:extLst>
          </p:cNvPr>
          <p:cNvSpPr>
            <a:spLocks noGrp="1"/>
          </p:cNvSpPr>
          <p:nvPr/>
        </p:nvSpPr>
        <p:spPr>
          <a:xfrm>
            <a:off x="1504950" y="45053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5" name="premium-row-dot-JUN-1">
            <a:extLst>
              <a:ext uri="{FF2B5EF4-FFF2-40B4-BE49-F238E27FC236}">
                <a16:creationId xmlns:a16="http://schemas.microsoft.com/office/drawing/2014/main" id="{0168A5FF-2216-4981-90A7-824551F12508}"/>
              </a:ext>
            </a:extLst>
          </p:cNvPr>
          <p:cNvSpPr>
            <a:spLocks noGrp="1"/>
          </p:cNvSpPr>
          <p:nvPr/>
        </p:nvSpPr>
        <p:spPr>
          <a:xfrm>
            <a:off x="1581150" y="45720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6" name="premium-row-text-JUN-1">
            <a:extLst>
              <a:ext uri="{FF2B5EF4-FFF2-40B4-BE49-F238E27FC236}">
                <a16:creationId xmlns:a16="http://schemas.microsoft.com/office/drawing/2014/main" id="{2CBDB0F5-8ED6-4EEE-B2D7-3C20662B1929}"/>
              </a:ext>
            </a:extLst>
          </p:cNvPr>
          <p:cNvSpPr>
            <a:spLocks noGrp="1"/>
          </p:cNvSpPr>
          <p:nvPr/>
        </p:nvSpPr>
        <p:spPr>
          <a:xfrm>
            <a:off x="1704975" y="45243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Datasets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7" name="premium-row-bg-JUN-2">
            <a:extLst>
              <a:ext uri="{FF2B5EF4-FFF2-40B4-BE49-F238E27FC236}">
                <a16:creationId xmlns:a16="http://schemas.microsoft.com/office/drawing/2014/main" id="{EA541793-A01C-4B6F-AE1C-E26F8B6AF096}"/>
              </a:ext>
            </a:extLst>
          </p:cNvPr>
          <p:cNvSpPr>
            <a:spLocks noGrp="1"/>
          </p:cNvSpPr>
          <p:nvPr/>
        </p:nvSpPr>
        <p:spPr>
          <a:xfrm>
            <a:off x="1504950" y="47434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8" name="premium-row-dot-JUN-2">
            <a:extLst>
              <a:ext uri="{FF2B5EF4-FFF2-40B4-BE49-F238E27FC236}">
                <a16:creationId xmlns:a16="http://schemas.microsoft.com/office/drawing/2014/main" id="{959D4F88-59B4-4333-B876-6DAB34F11444}"/>
              </a:ext>
            </a:extLst>
          </p:cNvPr>
          <p:cNvSpPr>
            <a:spLocks noGrp="1"/>
          </p:cNvSpPr>
          <p:nvPr/>
        </p:nvSpPr>
        <p:spPr>
          <a:xfrm>
            <a:off x="1581150" y="4810125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9" name="premium-row-text-JUN-2">
            <a:extLst>
              <a:ext uri="{FF2B5EF4-FFF2-40B4-BE49-F238E27FC236}">
                <a16:creationId xmlns:a16="http://schemas.microsoft.com/office/drawing/2014/main" id="{00F49B70-B233-4520-AA64-D3F60694CB74}"/>
              </a:ext>
            </a:extLst>
          </p:cNvPr>
          <p:cNvSpPr>
            <a:spLocks noGrp="1"/>
          </p:cNvSpPr>
          <p:nvPr/>
        </p:nvSpPr>
        <p:spPr>
          <a:xfrm>
            <a:off x="1704975" y="47625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 Cause Workbench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3" name="premium-card-JUL">
            <a:extLst>
              <a:ext uri="{FF2B5EF4-FFF2-40B4-BE49-F238E27FC236}">
                <a16:creationId xmlns:a16="http://schemas.microsoft.com/office/drawing/2014/main" id="{639F6FD3-91CC-49C1-8DA9-614E0FB14C39}"/>
              </a:ext>
            </a:extLst>
          </p:cNvPr>
          <p:cNvSpPr>
            <a:spLocks noGrp="1"/>
          </p:cNvSpPr>
          <p:nvPr/>
        </p:nvSpPr>
        <p:spPr>
          <a:xfrm>
            <a:off x="297180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4" name="premium-card-accent-JUL">
            <a:extLst>
              <a:ext uri="{FF2B5EF4-FFF2-40B4-BE49-F238E27FC236}">
                <a16:creationId xmlns:a16="http://schemas.microsoft.com/office/drawing/2014/main" id="{9E42618E-84E8-45FC-9E6F-0C01CC09B172}"/>
              </a:ext>
            </a:extLst>
          </p:cNvPr>
          <p:cNvSpPr>
            <a:spLocks noGrp="1"/>
          </p:cNvSpPr>
          <p:nvPr/>
        </p:nvSpPr>
        <p:spPr>
          <a:xfrm>
            <a:off x="2971800" y="2705100"/>
            <a:ext cx="1485900" cy="38100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5" name="premium-row-bg-JUL-1">
            <a:extLst>
              <a:ext uri="{FF2B5EF4-FFF2-40B4-BE49-F238E27FC236}">
                <a16:creationId xmlns:a16="http://schemas.microsoft.com/office/drawing/2014/main" id="{13015758-2A3E-43CA-9A5D-E0ACA31CC7C3}"/>
              </a:ext>
            </a:extLst>
          </p:cNvPr>
          <p:cNvSpPr>
            <a:spLocks noGrp="1"/>
          </p:cNvSpPr>
          <p:nvPr/>
        </p:nvSpPr>
        <p:spPr>
          <a:xfrm>
            <a:off x="308610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6" name="premium-row-dot-JUL-1">
            <a:extLst>
              <a:ext uri="{FF2B5EF4-FFF2-40B4-BE49-F238E27FC236}">
                <a16:creationId xmlns:a16="http://schemas.microsoft.com/office/drawing/2014/main" id="{2B0E2BDE-0C73-412B-86AD-DB521890FF97}"/>
              </a:ext>
            </a:extLst>
          </p:cNvPr>
          <p:cNvSpPr>
            <a:spLocks noGrp="1"/>
          </p:cNvSpPr>
          <p:nvPr/>
        </p:nvSpPr>
        <p:spPr>
          <a:xfrm>
            <a:off x="3162300" y="28956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7" name="premium-row-text-JUL-1">
            <a:extLst>
              <a:ext uri="{FF2B5EF4-FFF2-40B4-BE49-F238E27FC236}">
                <a16:creationId xmlns:a16="http://schemas.microsoft.com/office/drawing/2014/main" id="{EA06D460-FC64-4D9F-9CA0-9A82A8B3481F}"/>
              </a:ext>
            </a:extLst>
          </p:cNvPr>
          <p:cNvSpPr>
            <a:spLocks noGrp="1"/>
          </p:cNvSpPr>
          <p:nvPr/>
        </p:nvSpPr>
        <p:spPr>
          <a:xfrm>
            <a:off x="328612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LLM Arena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8" name="premium-row-bg-JUL-2">
            <a:extLst>
              <a:ext uri="{FF2B5EF4-FFF2-40B4-BE49-F238E27FC236}">
                <a16:creationId xmlns:a16="http://schemas.microsoft.com/office/drawing/2014/main" id="{1F42ABD4-128D-44DD-AB57-BE489DC460E2}"/>
              </a:ext>
            </a:extLst>
          </p:cNvPr>
          <p:cNvSpPr>
            <a:spLocks noGrp="1"/>
          </p:cNvSpPr>
          <p:nvPr/>
        </p:nvSpPr>
        <p:spPr>
          <a:xfrm>
            <a:off x="308610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9" name="premium-row-dot-JUL-2">
            <a:extLst>
              <a:ext uri="{FF2B5EF4-FFF2-40B4-BE49-F238E27FC236}">
                <a16:creationId xmlns:a16="http://schemas.microsoft.com/office/drawing/2014/main" id="{83B18F28-3C4F-469D-9F9F-5246446B2EF8}"/>
              </a:ext>
            </a:extLst>
          </p:cNvPr>
          <p:cNvSpPr>
            <a:spLocks noGrp="1"/>
          </p:cNvSpPr>
          <p:nvPr/>
        </p:nvSpPr>
        <p:spPr>
          <a:xfrm>
            <a:off x="3162300" y="3133725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0" name="premium-row-text-JUL-2">
            <a:extLst>
              <a:ext uri="{FF2B5EF4-FFF2-40B4-BE49-F238E27FC236}">
                <a16:creationId xmlns:a16="http://schemas.microsoft.com/office/drawing/2014/main" id="{A8EE79CD-32F1-4103-9EF3-92D75F815A12}"/>
              </a:ext>
            </a:extLst>
          </p:cNvPr>
          <p:cNvSpPr>
            <a:spLocks noGrp="1"/>
          </p:cNvSpPr>
          <p:nvPr/>
        </p:nvSpPr>
        <p:spPr>
          <a:xfrm>
            <a:off x="328612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CI /CD Gatekeeper 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1" name="premium-row-bg-JUL-3">
            <a:extLst>
              <a:ext uri="{FF2B5EF4-FFF2-40B4-BE49-F238E27FC236}">
                <a16:creationId xmlns:a16="http://schemas.microsoft.com/office/drawing/2014/main" id="{B1BB1668-D57E-46EB-87BF-9EBB448CC5A9}"/>
              </a:ext>
            </a:extLst>
          </p:cNvPr>
          <p:cNvSpPr>
            <a:spLocks noGrp="1"/>
          </p:cNvSpPr>
          <p:nvPr/>
        </p:nvSpPr>
        <p:spPr>
          <a:xfrm>
            <a:off x="308610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32" name="premium-row-dot-JUL-3">
            <a:extLst>
              <a:ext uri="{FF2B5EF4-FFF2-40B4-BE49-F238E27FC236}">
                <a16:creationId xmlns:a16="http://schemas.microsoft.com/office/drawing/2014/main" id="{3D2883A5-FD3A-476C-BA7D-8D115E249FEF}"/>
              </a:ext>
            </a:extLst>
          </p:cNvPr>
          <p:cNvSpPr>
            <a:spLocks noGrp="1"/>
          </p:cNvSpPr>
          <p:nvPr/>
        </p:nvSpPr>
        <p:spPr>
          <a:xfrm>
            <a:off x="3162300" y="337185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3" name="premium-row-text-JUL-3">
            <a:extLst>
              <a:ext uri="{FF2B5EF4-FFF2-40B4-BE49-F238E27FC236}">
                <a16:creationId xmlns:a16="http://schemas.microsoft.com/office/drawing/2014/main" id="{E0C01CCF-5A82-4AE2-BEF6-70BE41F71231}"/>
              </a:ext>
            </a:extLst>
          </p:cNvPr>
          <p:cNvSpPr>
            <a:spLocks noGrp="1"/>
          </p:cNvSpPr>
          <p:nvPr/>
        </p:nvSpPr>
        <p:spPr>
          <a:xfrm>
            <a:off x="328612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 defTabSz="914400" rtl="0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Eval from Platform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4" name="premium-card-AUG">
            <a:extLst>
              <a:ext uri="{FF2B5EF4-FFF2-40B4-BE49-F238E27FC236}">
                <a16:creationId xmlns:a16="http://schemas.microsoft.com/office/drawing/2014/main" id="{C9381B79-C7D6-41EE-B0A5-3D438C998883}"/>
              </a:ext>
            </a:extLst>
          </p:cNvPr>
          <p:cNvSpPr>
            <a:spLocks noGrp="1"/>
          </p:cNvSpPr>
          <p:nvPr/>
        </p:nvSpPr>
        <p:spPr>
          <a:xfrm>
            <a:off x="4552950" y="43815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5" name="premium-card-accent-AUG">
            <a:extLst>
              <a:ext uri="{FF2B5EF4-FFF2-40B4-BE49-F238E27FC236}">
                <a16:creationId xmlns:a16="http://schemas.microsoft.com/office/drawing/2014/main" id="{23269310-718B-4D6D-B4F2-1B1F03149BF3}"/>
              </a:ext>
            </a:extLst>
          </p:cNvPr>
          <p:cNvSpPr>
            <a:spLocks noGrp="1"/>
          </p:cNvSpPr>
          <p:nvPr/>
        </p:nvSpPr>
        <p:spPr>
          <a:xfrm>
            <a:off x="4552950" y="4381500"/>
            <a:ext cx="1485900" cy="38100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6" name="premium-row-bg-AUG-1">
            <a:extLst>
              <a:ext uri="{FF2B5EF4-FFF2-40B4-BE49-F238E27FC236}">
                <a16:creationId xmlns:a16="http://schemas.microsoft.com/office/drawing/2014/main" id="{A1434E25-B1E0-4DB2-8316-6BB6723E3933}"/>
              </a:ext>
            </a:extLst>
          </p:cNvPr>
          <p:cNvSpPr>
            <a:spLocks noGrp="1"/>
          </p:cNvSpPr>
          <p:nvPr/>
        </p:nvSpPr>
        <p:spPr>
          <a:xfrm>
            <a:off x="4667250" y="45053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7" name="premium-row-dot-AUG-1">
            <a:extLst>
              <a:ext uri="{FF2B5EF4-FFF2-40B4-BE49-F238E27FC236}">
                <a16:creationId xmlns:a16="http://schemas.microsoft.com/office/drawing/2014/main" id="{80751091-6A2F-420F-A3D5-0F34320F8C28}"/>
              </a:ext>
            </a:extLst>
          </p:cNvPr>
          <p:cNvSpPr>
            <a:spLocks noGrp="1"/>
          </p:cNvSpPr>
          <p:nvPr/>
        </p:nvSpPr>
        <p:spPr>
          <a:xfrm>
            <a:off x="4743450" y="457200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8" name="premium-row-text-AUG-1">
            <a:extLst>
              <a:ext uri="{FF2B5EF4-FFF2-40B4-BE49-F238E27FC236}">
                <a16:creationId xmlns:a16="http://schemas.microsoft.com/office/drawing/2014/main" id="{D3AF0282-A193-4BAA-93A9-81BBC9B56AED}"/>
              </a:ext>
            </a:extLst>
          </p:cNvPr>
          <p:cNvSpPr>
            <a:spLocks noGrp="1"/>
          </p:cNvSpPr>
          <p:nvPr/>
        </p:nvSpPr>
        <p:spPr>
          <a:xfrm>
            <a:off x="4867275" y="45243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Insights Dashboard</a:t>
            </a:r>
          </a:p>
        </p:txBody>
      </p:sp>
      <p:sp>
        <p:nvSpPr>
          <p:cNvPr id="139" name="premium-row-bg-AUG-2">
            <a:extLst>
              <a:ext uri="{FF2B5EF4-FFF2-40B4-BE49-F238E27FC236}">
                <a16:creationId xmlns:a16="http://schemas.microsoft.com/office/drawing/2014/main" id="{D26FD30E-76AA-46EE-9FE0-432C9BA92496}"/>
              </a:ext>
            </a:extLst>
          </p:cNvPr>
          <p:cNvSpPr>
            <a:spLocks noGrp="1"/>
          </p:cNvSpPr>
          <p:nvPr/>
        </p:nvSpPr>
        <p:spPr>
          <a:xfrm>
            <a:off x="4667250" y="47434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0" name="premium-row-dot-AUG-2">
            <a:extLst>
              <a:ext uri="{FF2B5EF4-FFF2-40B4-BE49-F238E27FC236}">
                <a16:creationId xmlns:a16="http://schemas.microsoft.com/office/drawing/2014/main" id="{DA57D9F7-9091-4AE6-A4ED-0317835C9336}"/>
              </a:ext>
            </a:extLst>
          </p:cNvPr>
          <p:cNvSpPr>
            <a:spLocks noGrp="1"/>
          </p:cNvSpPr>
          <p:nvPr/>
        </p:nvSpPr>
        <p:spPr>
          <a:xfrm>
            <a:off x="4743450" y="4810125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1" name="premium-row-text-AUG-2">
            <a:extLst>
              <a:ext uri="{FF2B5EF4-FFF2-40B4-BE49-F238E27FC236}">
                <a16:creationId xmlns:a16="http://schemas.microsoft.com/office/drawing/2014/main" id="{4714797E-691D-4D7A-83D7-AF63DA365260}"/>
              </a:ext>
            </a:extLst>
          </p:cNvPr>
          <p:cNvSpPr>
            <a:spLocks noGrp="1"/>
          </p:cNvSpPr>
          <p:nvPr/>
        </p:nvSpPr>
        <p:spPr>
          <a:xfrm>
            <a:off x="4867275" y="47625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 defTabSz="914400" rtl="0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SDK Tracing Helpers</a:t>
            </a:r>
          </a:p>
        </p:txBody>
      </p:sp>
      <p:sp>
        <p:nvSpPr>
          <p:cNvPr id="142" name="premium-row-bg-AUG-3">
            <a:extLst>
              <a:ext uri="{FF2B5EF4-FFF2-40B4-BE49-F238E27FC236}">
                <a16:creationId xmlns:a16="http://schemas.microsoft.com/office/drawing/2014/main" id="{DFA6B801-0B13-47D1-ABF8-BF60D39D5080}"/>
              </a:ext>
            </a:extLst>
          </p:cNvPr>
          <p:cNvSpPr>
            <a:spLocks noGrp="1"/>
          </p:cNvSpPr>
          <p:nvPr/>
        </p:nvSpPr>
        <p:spPr>
          <a:xfrm>
            <a:off x="4667250" y="49815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3" name="premium-row-dot-AUG-3">
            <a:extLst>
              <a:ext uri="{FF2B5EF4-FFF2-40B4-BE49-F238E27FC236}">
                <a16:creationId xmlns:a16="http://schemas.microsoft.com/office/drawing/2014/main" id="{2011F2D4-1313-4552-8743-532C084DE7BA}"/>
              </a:ext>
            </a:extLst>
          </p:cNvPr>
          <p:cNvSpPr>
            <a:spLocks noGrp="1"/>
          </p:cNvSpPr>
          <p:nvPr/>
        </p:nvSpPr>
        <p:spPr>
          <a:xfrm>
            <a:off x="4743450" y="504825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4" name="premium-row-text-AUG-3">
            <a:extLst>
              <a:ext uri="{FF2B5EF4-FFF2-40B4-BE49-F238E27FC236}">
                <a16:creationId xmlns:a16="http://schemas.microsoft.com/office/drawing/2014/main" id="{96C9B7CB-C6A4-43A7-94E1-D80F13B25D7A}"/>
              </a:ext>
            </a:extLst>
          </p:cNvPr>
          <p:cNvSpPr>
            <a:spLocks noGrp="1"/>
          </p:cNvSpPr>
          <p:nvPr/>
        </p:nvSpPr>
        <p:spPr>
          <a:xfrm>
            <a:off x="4867275" y="50006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 defTabSz="914400" rtl="0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Experiments Studio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5" name="premium-card-SEP">
            <a:extLst>
              <a:ext uri="{FF2B5EF4-FFF2-40B4-BE49-F238E27FC236}">
                <a16:creationId xmlns:a16="http://schemas.microsoft.com/office/drawing/2014/main" id="{B3DE7B25-5385-4C17-B84C-0EC432AF62B6}"/>
              </a:ext>
            </a:extLst>
          </p:cNvPr>
          <p:cNvSpPr>
            <a:spLocks noGrp="1"/>
          </p:cNvSpPr>
          <p:nvPr/>
        </p:nvSpPr>
        <p:spPr>
          <a:xfrm>
            <a:off x="613410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6" name="premium-card-accent-SEP">
            <a:extLst>
              <a:ext uri="{FF2B5EF4-FFF2-40B4-BE49-F238E27FC236}">
                <a16:creationId xmlns:a16="http://schemas.microsoft.com/office/drawing/2014/main" id="{817E8D2E-76F0-4187-8DF9-0F83BC8D2B85}"/>
              </a:ext>
            </a:extLst>
          </p:cNvPr>
          <p:cNvSpPr>
            <a:spLocks noGrp="1"/>
          </p:cNvSpPr>
          <p:nvPr/>
        </p:nvSpPr>
        <p:spPr>
          <a:xfrm>
            <a:off x="6134100" y="2705100"/>
            <a:ext cx="14859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7" name="premium-row-bg-SEP-1">
            <a:extLst>
              <a:ext uri="{FF2B5EF4-FFF2-40B4-BE49-F238E27FC236}">
                <a16:creationId xmlns:a16="http://schemas.microsoft.com/office/drawing/2014/main" id="{6E98FFE2-25C6-4F30-926F-1B1590193215}"/>
              </a:ext>
            </a:extLst>
          </p:cNvPr>
          <p:cNvSpPr>
            <a:spLocks noGrp="1"/>
          </p:cNvSpPr>
          <p:nvPr/>
        </p:nvSpPr>
        <p:spPr>
          <a:xfrm>
            <a:off x="624840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48" name="premium-row-dot-SEP-1">
            <a:extLst>
              <a:ext uri="{FF2B5EF4-FFF2-40B4-BE49-F238E27FC236}">
                <a16:creationId xmlns:a16="http://schemas.microsoft.com/office/drawing/2014/main" id="{7967C345-4A06-4631-AB0E-3E87951F9B6F}"/>
              </a:ext>
            </a:extLst>
          </p:cNvPr>
          <p:cNvSpPr>
            <a:spLocks noGrp="1"/>
          </p:cNvSpPr>
          <p:nvPr/>
        </p:nvSpPr>
        <p:spPr>
          <a:xfrm>
            <a:off x="6324600" y="28956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9" name="premium-row-text-SEP-1">
            <a:extLst>
              <a:ext uri="{FF2B5EF4-FFF2-40B4-BE49-F238E27FC236}">
                <a16:creationId xmlns:a16="http://schemas.microsoft.com/office/drawing/2014/main" id="{EDFC21C9-6AF0-4D45-A7DF-78B413C08FA4}"/>
              </a:ext>
            </a:extLst>
          </p:cNvPr>
          <p:cNvSpPr>
            <a:spLocks noGrp="1"/>
          </p:cNvSpPr>
          <p:nvPr/>
        </p:nvSpPr>
        <p:spPr>
          <a:xfrm>
            <a:off x="644842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Auto Optimizer</a:t>
            </a:r>
          </a:p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0" name="premium-row-bg-SEP-2">
            <a:extLst>
              <a:ext uri="{FF2B5EF4-FFF2-40B4-BE49-F238E27FC236}">
                <a16:creationId xmlns:a16="http://schemas.microsoft.com/office/drawing/2014/main" id="{15715281-795F-4182-9376-A6D825616660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1" name="premium-row-dot-SEP-2">
            <a:extLst>
              <a:ext uri="{FF2B5EF4-FFF2-40B4-BE49-F238E27FC236}">
                <a16:creationId xmlns:a16="http://schemas.microsoft.com/office/drawing/2014/main" id="{E590AADD-2A49-472B-95B3-F14B41B0EDFC}"/>
              </a:ext>
            </a:extLst>
          </p:cNvPr>
          <p:cNvSpPr>
            <a:spLocks noGrp="1"/>
          </p:cNvSpPr>
          <p:nvPr/>
        </p:nvSpPr>
        <p:spPr>
          <a:xfrm>
            <a:off x="6324600" y="3133725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2" name="premium-row-text-SEP-2">
            <a:extLst>
              <a:ext uri="{FF2B5EF4-FFF2-40B4-BE49-F238E27FC236}">
                <a16:creationId xmlns:a16="http://schemas.microsoft.com/office/drawing/2014/main" id="{FBAF3E44-1C70-4D67-BDB2-EB256A165411}"/>
              </a:ext>
            </a:extLst>
          </p:cNvPr>
          <p:cNvSpPr>
            <a:spLocks noGrp="1"/>
          </p:cNvSpPr>
          <p:nvPr/>
        </p:nvSpPr>
        <p:spPr>
          <a:xfrm>
            <a:off x="644842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Evaluation Marketplace</a:t>
            </a:r>
          </a:p>
        </p:txBody>
      </p:sp>
      <p:sp>
        <p:nvSpPr>
          <p:cNvPr id="153" name="premium-row-bg-SEP-3">
            <a:extLst>
              <a:ext uri="{FF2B5EF4-FFF2-40B4-BE49-F238E27FC236}">
                <a16:creationId xmlns:a16="http://schemas.microsoft.com/office/drawing/2014/main" id="{F833BB90-3BA1-47F0-BC40-E0D61D73F852}"/>
              </a:ext>
            </a:extLst>
          </p:cNvPr>
          <p:cNvSpPr>
            <a:spLocks noGrp="1"/>
          </p:cNvSpPr>
          <p:nvPr/>
        </p:nvSpPr>
        <p:spPr>
          <a:xfrm>
            <a:off x="624840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4" name="premium-row-dot-SEP-3">
            <a:extLst>
              <a:ext uri="{FF2B5EF4-FFF2-40B4-BE49-F238E27FC236}">
                <a16:creationId xmlns:a16="http://schemas.microsoft.com/office/drawing/2014/main" id="{ADA08BF8-DB12-4342-A0EF-0F7D4AC24643}"/>
              </a:ext>
            </a:extLst>
          </p:cNvPr>
          <p:cNvSpPr>
            <a:spLocks noGrp="1"/>
          </p:cNvSpPr>
          <p:nvPr/>
        </p:nvSpPr>
        <p:spPr>
          <a:xfrm>
            <a:off x="6324600" y="337185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5" name="premium-row-text-SEP-3">
            <a:extLst>
              <a:ext uri="{FF2B5EF4-FFF2-40B4-BE49-F238E27FC236}">
                <a16:creationId xmlns:a16="http://schemas.microsoft.com/office/drawing/2014/main" id="{48CDF30E-F4A3-427B-8D6C-7929CF167332}"/>
              </a:ext>
            </a:extLst>
          </p:cNvPr>
          <p:cNvSpPr>
            <a:spLocks noGrp="1"/>
          </p:cNvSpPr>
          <p:nvPr/>
        </p:nvSpPr>
        <p:spPr>
          <a:xfrm>
            <a:off x="644842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rtl="0">
              <a:defRPr sz="668" b="0">
                <a:solidFill>
                  <a:srgbClr val="EDEDF0"/>
                </a:solidFill>
              </a:defRPr>
            </a:pPr>
            <a:r>
              <a:rPr lang="en-US" sz="668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Production Tracing</a:t>
            </a:r>
            <a:endParaRPr lang="en-US"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6" name="premium-card-OCT">
            <a:extLst>
              <a:ext uri="{FF2B5EF4-FFF2-40B4-BE49-F238E27FC236}">
                <a16:creationId xmlns:a16="http://schemas.microsoft.com/office/drawing/2014/main" id="{BA100588-40F7-48FA-8DCD-006E142AEAF7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7" name="premium-card-accent-OCT">
            <a:extLst>
              <a:ext uri="{FF2B5EF4-FFF2-40B4-BE49-F238E27FC236}">
                <a16:creationId xmlns:a16="http://schemas.microsoft.com/office/drawing/2014/main" id="{2C375B0C-6EAC-4065-88C2-538DE0D98838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14859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8" name="premium-row-bg-OCT-1">
            <a:extLst>
              <a:ext uri="{FF2B5EF4-FFF2-40B4-BE49-F238E27FC236}">
                <a16:creationId xmlns:a16="http://schemas.microsoft.com/office/drawing/2014/main" id="{E23F48F4-F035-450C-8708-5681AAAF14B8}"/>
              </a:ext>
            </a:extLst>
          </p:cNvPr>
          <p:cNvSpPr>
            <a:spLocks noGrp="1"/>
          </p:cNvSpPr>
          <p:nvPr/>
        </p:nvSpPr>
        <p:spPr>
          <a:xfrm>
            <a:off x="7829550" y="45053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9" name="premium-row-dot-OCT-1">
            <a:extLst>
              <a:ext uri="{FF2B5EF4-FFF2-40B4-BE49-F238E27FC236}">
                <a16:creationId xmlns:a16="http://schemas.microsoft.com/office/drawing/2014/main" id="{4B443EE0-1752-49F2-9A13-2A41C549547B}"/>
              </a:ext>
            </a:extLst>
          </p:cNvPr>
          <p:cNvSpPr>
            <a:spLocks noGrp="1"/>
          </p:cNvSpPr>
          <p:nvPr/>
        </p:nvSpPr>
        <p:spPr>
          <a:xfrm>
            <a:off x="7905750" y="457200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0" name="premium-row-text-OCT-1">
            <a:extLst>
              <a:ext uri="{FF2B5EF4-FFF2-40B4-BE49-F238E27FC236}">
                <a16:creationId xmlns:a16="http://schemas.microsoft.com/office/drawing/2014/main" id="{22A2DC82-941F-4325-B894-564BAB0AC186}"/>
              </a:ext>
            </a:extLst>
          </p:cNvPr>
          <p:cNvSpPr>
            <a:spLocks noGrp="1"/>
          </p:cNvSpPr>
          <p:nvPr/>
        </p:nvSpPr>
        <p:spPr>
          <a:xfrm>
            <a:off x="8029575" y="45243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Synthetic Dataset Builder</a:t>
            </a:r>
          </a:p>
        </p:txBody>
      </p:sp>
      <p:sp>
        <p:nvSpPr>
          <p:cNvPr id="161" name="premium-row-bg-OCT-2">
            <a:extLst>
              <a:ext uri="{FF2B5EF4-FFF2-40B4-BE49-F238E27FC236}">
                <a16:creationId xmlns:a16="http://schemas.microsoft.com/office/drawing/2014/main" id="{F5A26E6C-4ECE-4F3E-94C9-308960D1C1DB}"/>
              </a:ext>
            </a:extLst>
          </p:cNvPr>
          <p:cNvSpPr>
            <a:spLocks noGrp="1"/>
          </p:cNvSpPr>
          <p:nvPr/>
        </p:nvSpPr>
        <p:spPr>
          <a:xfrm>
            <a:off x="7829550" y="47434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2" name="premium-row-dot-OCT-2">
            <a:extLst>
              <a:ext uri="{FF2B5EF4-FFF2-40B4-BE49-F238E27FC236}">
                <a16:creationId xmlns:a16="http://schemas.microsoft.com/office/drawing/2014/main" id="{4658B674-F9ED-4822-9D48-65F5E3D6A535}"/>
              </a:ext>
            </a:extLst>
          </p:cNvPr>
          <p:cNvSpPr>
            <a:spLocks noGrp="1"/>
          </p:cNvSpPr>
          <p:nvPr/>
        </p:nvSpPr>
        <p:spPr>
          <a:xfrm>
            <a:off x="7905750" y="4810125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3" name="premium-row-text-OCT-2">
            <a:extLst>
              <a:ext uri="{FF2B5EF4-FFF2-40B4-BE49-F238E27FC236}">
                <a16:creationId xmlns:a16="http://schemas.microsoft.com/office/drawing/2014/main" id="{62295C4B-6E46-4DC7-A2C2-D59E575C50E1}"/>
              </a:ext>
            </a:extLst>
          </p:cNvPr>
          <p:cNvSpPr>
            <a:spLocks noGrp="1"/>
          </p:cNvSpPr>
          <p:nvPr/>
        </p:nvSpPr>
        <p:spPr>
          <a:xfrm>
            <a:off x="8029575" y="47625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Multi-Turn Eval Pack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4" name="premium-row-bg-OCT-3">
            <a:extLst>
              <a:ext uri="{FF2B5EF4-FFF2-40B4-BE49-F238E27FC236}">
                <a16:creationId xmlns:a16="http://schemas.microsoft.com/office/drawing/2014/main" id="{FC2B0DEA-2377-4627-BD41-48BCE2E3DB12}"/>
              </a:ext>
            </a:extLst>
          </p:cNvPr>
          <p:cNvSpPr>
            <a:spLocks noGrp="1"/>
          </p:cNvSpPr>
          <p:nvPr/>
        </p:nvSpPr>
        <p:spPr>
          <a:xfrm>
            <a:off x="7829550" y="49815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5" name="premium-row-dot-OCT-3">
            <a:extLst>
              <a:ext uri="{FF2B5EF4-FFF2-40B4-BE49-F238E27FC236}">
                <a16:creationId xmlns:a16="http://schemas.microsoft.com/office/drawing/2014/main" id="{B2DFE073-3E0A-4CD5-8872-5A2F616F5D8B}"/>
              </a:ext>
            </a:extLst>
          </p:cNvPr>
          <p:cNvSpPr>
            <a:spLocks noGrp="1"/>
          </p:cNvSpPr>
          <p:nvPr/>
        </p:nvSpPr>
        <p:spPr>
          <a:xfrm>
            <a:off x="7905750" y="504825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6" name="premium-row-text-OCT-3">
            <a:extLst>
              <a:ext uri="{FF2B5EF4-FFF2-40B4-BE49-F238E27FC236}">
                <a16:creationId xmlns:a16="http://schemas.microsoft.com/office/drawing/2014/main" id="{5E2EF614-D434-45ED-A016-69429E21EF6B}"/>
              </a:ext>
            </a:extLst>
          </p:cNvPr>
          <p:cNvSpPr>
            <a:spLocks noGrp="1"/>
          </p:cNvSpPr>
          <p:nvPr/>
        </p:nvSpPr>
        <p:spPr>
          <a:xfrm>
            <a:off x="8029575" y="50006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Chat Eval Pack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7" name="premium-card-NOV">
            <a:extLst>
              <a:ext uri="{FF2B5EF4-FFF2-40B4-BE49-F238E27FC236}">
                <a16:creationId xmlns:a16="http://schemas.microsoft.com/office/drawing/2014/main" id="{2F042748-1F98-4786-8474-FFA7EE014A7C}"/>
              </a:ext>
            </a:extLst>
          </p:cNvPr>
          <p:cNvSpPr>
            <a:spLocks noGrp="1"/>
          </p:cNvSpPr>
          <p:nvPr/>
        </p:nvSpPr>
        <p:spPr>
          <a:xfrm>
            <a:off x="929640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8" name="premium-card-accent-NOV">
            <a:extLst>
              <a:ext uri="{FF2B5EF4-FFF2-40B4-BE49-F238E27FC236}">
                <a16:creationId xmlns:a16="http://schemas.microsoft.com/office/drawing/2014/main" id="{5DF304AD-4CA1-47D8-8FCC-A7CCE020B355}"/>
              </a:ext>
            </a:extLst>
          </p:cNvPr>
          <p:cNvSpPr>
            <a:spLocks noGrp="1"/>
          </p:cNvSpPr>
          <p:nvPr/>
        </p:nvSpPr>
        <p:spPr>
          <a:xfrm>
            <a:off x="9296400" y="2705100"/>
            <a:ext cx="1485900" cy="381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9" name="premium-row-bg-NOV-1">
            <a:extLst>
              <a:ext uri="{FF2B5EF4-FFF2-40B4-BE49-F238E27FC236}">
                <a16:creationId xmlns:a16="http://schemas.microsoft.com/office/drawing/2014/main" id="{65830A0E-B276-47BC-9A96-929D171D4DDB}"/>
              </a:ext>
            </a:extLst>
          </p:cNvPr>
          <p:cNvSpPr>
            <a:spLocks noGrp="1"/>
          </p:cNvSpPr>
          <p:nvPr/>
        </p:nvSpPr>
        <p:spPr>
          <a:xfrm>
            <a:off x="941070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0" name="premium-row-dot-NOV-1">
            <a:extLst>
              <a:ext uri="{FF2B5EF4-FFF2-40B4-BE49-F238E27FC236}">
                <a16:creationId xmlns:a16="http://schemas.microsoft.com/office/drawing/2014/main" id="{5155195B-37B3-4A73-963D-4A54F58F0A17}"/>
              </a:ext>
            </a:extLst>
          </p:cNvPr>
          <p:cNvSpPr>
            <a:spLocks noGrp="1"/>
          </p:cNvSpPr>
          <p:nvPr/>
        </p:nvSpPr>
        <p:spPr>
          <a:xfrm>
            <a:off x="9486900" y="289560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1" name="premium-row-text-NOV-1">
            <a:extLst>
              <a:ext uri="{FF2B5EF4-FFF2-40B4-BE49-F238E27FC236}">
                <a16:creationId xmlns:a16="http://schemas.microsoft.com/office/drawing/2014/main" id="{29766623-149E-42CB-AED7-86373657733C}"/>
              </a:ext>
            </a:extLst>
          </p:cNvPr>
          <p:cNvSpPr>
            <a:spLocks noGrp="1"/>
          </p:cNvSpPr>
          <p:nvPr/>
        </p:nvSpPr>
        <p:spPr>
          <a:xfrm>
            <a:off x="961072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Guardrails Eval Pack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2" name="premium-row-bg-NOV-2">
            <a:extLst>
              <a:ext uri="{FF2B5EF4-FFF2-40B4-BE49-F238E27FC236}">
                <a16:creationId xmlns:a16="http://schemas.microsoft.com/office/drawing/2014/main" id="{13C845DA-81A8-4603-A99E-C3F2D96DFCA1}"/>
              </a:ext>
            </a:extLst>
          </p:cNvPr>
          <p:cNvSpPr>
            <a:spLocks noGrp="1"/>
          </p:cNvSpPr>
          <p:nvPr/>
        </p:nvSpPr>
        <p:spPr>
          <a:xfrm>
            <a:off x="941070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73" name="premium-row-dot-NOV-2">
            <a:extLst>
              <a:ext uri="{FF2B5EF4-FFF2-40B4-BE49-F238E27FC236}">
                <a16:creationId xmlns:a16="http://schemas.microsoft.com/office/drawing/2014/main" id="{FB240CFF-DFDE-4C75-8438-44043F778CE3}"/>
              </a:ext>
            </a:extLst>
          </p:cNvPr>
          <p:cNvSpPr>
            <a:spLocks noGrp="1"/>
          </p:cNvSpPr>
          <p:nvPr/>
        </p:nvSpPr>
        <p:spPr>
          <a:xfrm>
            <a:off x="9486900" y="3133725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4" name="premium-row-text-NOV-2">
            <a:extLst>
              <a:ext uri="{FF2B5EF4-FFF2-40B4-BE49-F238E27FC236}">
                <a16:creationId xmlns:a16="http://schemas.microsoft.com/office/drawing/2014/main" id="{00186E3B-9C3D-4A20-84E6-1EE380DC1A85}"/>
              </a:ext>
            </a:extLst>
          </p:cNvPr>
          <p:cNvSpPr>
            <a:spLocks noGrp="1"/>
          </p:cNvSpPr>
          <p:nvPr/>
        </p:nvSpPr>
        <p:spPr>
          <a:xfrm>
            <a:off x="961072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General Performance Metrics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5" name="premium-row-bg-NOV-3">
            <a:extLst>
              <a:ext uri="{FF2B5EF4-FFF2-40B4-BE49-F238E27FC236}">
                <a16:creationId xmlns:a16="http://schemas.microsoft.com/office/drawing/2014/main" id="{50ADC6E9-85C6-48D2-BBE6-369A33E73C8B}"/>
              </a:ext>
            </a:extLst>
          </p:cNvPr>
          <p:cNvSpPr>
            <a:spLocks noGrp="1"/>
          </p:cNvSpPr>
          <p:nvPr/>
        </p:nvSpPr>
        <p:spPr>
          <a:xfrm>
            <a:off x="941070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6" name="premium-row-dot-NOV-3">
            <a:extLst>
              <a:ext uri="{FF2B5EF4-FFF2-40B4-BE49-F238E27FC236}">
                <a16:creationId xmlns:a16="http://schemas.microsoft.com/office/drawing/2014/main" id="{7EEDF6F3-D965-49CD-A18A-6C9409CB0D0A}"/>
              </a:ext>
            </a:extLst>
          </p:cNvPr>
          <p:cNvSpPr>
            <a:spLocks noGrp="1"/>
          </p:cNvSpPr>
          <p:nvPr/>
        </p:nvSpPr>
        <p:spPr>
          <a:xfrm>
            <a:off x="9486900" y="337185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7" name="premium-row-text-NOV-3">
            <a:extLst>
              <a:ext uri="{FF2B5EF4-FFF2-40B4-BE49-F238E27FC236}">
                <a16:creationId xmlns:a16="http://schemas.microsoft.com/office/drawing/2014/main" id="{16FFE8EA-FD39-4416-98AF-EE095E231E05}"/>
              </a:ext>
            </a:extLst>
          </p:cNvPr>
          <p:cNvSpPr>
            <a:spLocks noGrp="1"/>
          </p:cNvSpPr>
          <p:nvPr/>
        </p:nvSpPr>
        <p:spPr>
          <a:xfrm>
            <a:off x="961072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More Metrics and Packs</a:t>
            </a:r>
          </a:p>
        </p:txBody>
      </p:sp>
      <p:sp>
        <p:nvSpPr>
          <p:cNvPr id="178" name="premium-card-DEC">
            <a:extLst>
              <a:ext uri="{FF2B5EF4-FFF2-40B4-BE49-F238E27FC236}">
                <a16:creationId xmlns:a16="http://schemas.microsoft.com/office/drawing/2014/main" id="{044D1327-F91B-4E51-9224-3CE44B990040}"/>
              </a:ext>
            </a:extLst>
          </p:cNvPr>
          <p:cNvSpPr>
            <a:spLocks noGrp="1"/>
          </p:cNvSpPr>
          <p:nvPr/>
        </p:nvSpPr>
        <p:spPr>
          <a:xfrm>
            <a:off x="10439400" y="4381500"/>
            <a:ext cx="142875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79" name="premium-card-accent-DEC">
            <a:extLst>
              <a:ext uri="{FF2B5EF4-FFF2-40B4-BE49-F238E27FC236}">
                <a16:creationId xmlns:a16="http://schemas.microsoft.com/office/drawing/2014/main" id="{75CF9E9F-EF9B-4E33-9D60-853A684EB9D7}"/>
              </a:ext>
            </a:extLst>
          </p:cNvPr>
          <p:cNvSpPr>
            <a:spLocks noGrp="1"/>
          </p:cNvSpPr>
          <p:nvPr/>
        </p:nvSpPr>
        <p:spPr>
          <a:xfrm>
            <a:off x="10439400" y="4381500"/>
            <a:ext cx="142875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0" name="premium-row-bg-DEC-1">
            <a:extLst>
              <a:ext uri="{FF2B5EF4-FFF2-40B4-BE49-F238E27FC236}">
                <a16:creationId xmlns:a16="http://schemas.microsoft.com/office/drawing/2014/main" id="{8AC18C1B-A047-4D7D-8362-DC3576282011}"/>
              </a:ext>
            </a:extLst>
          </p:cNvPr>
          <p:cNvSpPr>
            <a:spLocks noGrp="1"/>
          </p:cNvSpPr>
          <p:nvPr/>
        </p:nvSpPr>
        <p:spPr>
          <a:xfrm>
            <a:off x="10553700" y="4505325"/>
            <a:ext cx="120015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1" name="premium-row-dot-DEC-1">
            <a:extLst>
              <a:ext uri="{FF2B5EF4-FFF2-40B4-BE49-F238E27FC236}">
                <a16:creationId xmlns:a16="http://schemas.microsoft.com/office/drawing/2014/main" id="{6AE14149-32F8-4AC3-8402-9C286CCD1879}"/>
              </a:ext>
            </a:extLst>
          </p:cNvPr>
          <p:cNvSpPr>
            <a:spLocks noGrp="1"/>
          </p:cNvSpPr>
          <p:nvPr/>
        </p:nvSpPr>
        <p:spPr>
          <a:xfrm>
            <a:off x="10629900" y="45720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2" name="premium-row-text-DEC-1">
            <a:extLst>
              <a:ext uri="{FF2B5EF4-FFF2-40B4-BE49-F238E27FC236}">
                <a16:creationId xmlns:a16="http://schemas.microsoft.com/office/drawing/2014/main" id="{785BAACC-DBD3-45ED-BCFE-D242E81D257C}"/>
              </a:ext>
            </a:extLst>
          </p:cNvPr>
          <p:cNvSpPr>
            <a:spLocks noGrp="1"/>
          </p:cNvSpPr>
          <p:nvPr/>
        </p:nvSpPr>
        <p:spPr>
          <a:xfrm>
            <a:off x="10753725" y="4524375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System Analyzer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3" name="premium-row-bg-DEC-2">
            <a:extLst>
              <a:ext uri="{FF2B5EF4-FFF2-40B4-BE49-F238E27FC236}">
                <a16:creationId xmlns:a16="http://schemas.microsoft.com/office/drawing/2014/main" id="{A44DBE95-7039-4B50-A7F1-7B1DDB4B8BF1}"/>
              </a:ext>
            </a:extLst>
          </p:cNvPr>
          <p:cNvSpPr>
            <a:spLocks noGrp="1"/>
          </p:cNvSpPr>
          <p:nvPr/>
        </p:nvSpPr>
        <p:spPr>
          <a:xfrm>
            <a:off x="10553700" y="4743450"/>
            <a:ext cx="120015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4" name="premium-row-dot-DEC-2">
            <a:extLst>
              <a:ext uri="{FF2B5EF4-FFF2-40B4-BE49-F238E27FC236}">
                <a16:creationId xmlns:a16="http://schemas.microsoft.com/office/drawing/2014/main" id="{3457E392-E22D-49CE-9600-62AF1ED3F5B9}"/>
              </a:ext>
            </a:extLst>
          </p:cNvPr>
          <p:cNvSpPr>
            <a:spLocks noGrp="1"/>
          </p:cNvSpPr>
          <p:nvPr/>
        </p:nvSpPr>
        <p:spPr>
          <a:xfrm>
            <a:off x="10629900" y="4810125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5" name="premium-row-text-DEC-2">
            <a:extLst>
              <a:ext uri="{FF2B5EF4-FFF2-40B4-BE49-F238E27FC236}">
                <a16:creationId xmlns:a16="http://schemas.microsoft.com/office/drawing/2014/main" id="{508D1951-7D29-48AD-9F73-118AFB1E43E4}"/>
              </a:ext>
            </a:extLst>
          </p:cNvPr>
          <p:cNvSpPr>
            <a:spLocks noGrp="1"/>
          </p:cNvSpPr>
          <p:nvPr/>
        </p:nvSpPr>
        <p:spPr>
          <a:xfrm>
            <a:off x="10753725" y="4762500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Platform V2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71</Words>
  <Application>Microsoft Macintosh PowerPoint</Application>
  <DocSecurity>0</DocSecurity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Mono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Faisal Bin Hussein</cp:lastModifiedBy>
  <cp:revision>27</cp:revision>
  <dcterms:created xsi:type="dcterms:W3CDTF">2026-06-04T08:48:40Z</dcterms:created>
  <dcterms:modified xsi:type="dcterms:W3CDTF">2026-06-04T11:16:13Z</dcterms:modified>
</cp:coreProperties>
</file>